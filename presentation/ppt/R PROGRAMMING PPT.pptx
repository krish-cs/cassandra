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22"/>
  </p:notesMasterIdLst>
  <p:sldIdLst>
    <p:sldId id="256" r:id="rId3"/>
    <p:sldId id="257" r:id="rId4"/>
    <p:sldId id="258" r:id="rId5"/>
    <p:sldId id="259" r:id="rId6"/>
    <p:sldId id="264" r:id="rId7"/>
    <p:sldId id="261" r:id="rId8"/>
    <p:sldId id="267" r:id="rId9"/>
    <p:sldId id="298" r:id="rId10"/>
    <p:sldId id="299" r:id="rId11"/>
    <p:sldId id="300" r:id="rId12"/>
    <p:sldId id="301" r:id="rId13"/>
    <p:sldId id="302" r:id="rId14"/>
    <p:sldId id="262" r:id="rId15"/>
    <p:sldId id="295" r:id="rId16"/>
    <p:sldId id="303" r:id="rId17"/>
    <p:sldId id="294" r:id="rId18"/>
    <p:sldId id="304" r:id="rId19"/>
    <p:sldId id="297" r:id="rId20"/>
    <p:sldId id="275" r:id="rId21"/>
  </p:sldIdLst>
  <p:sldSz cx="12192000" cy="6858000"/>
  <p:notesSz cx="7772400" cy="10058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61" autoAdjust="0"/>
  </p:normalViewPr>
  <p:slideViewPr>
    <p:cSldViewPr snapToGrid="0">
      <p:cViewPr varScale="1">
        <p:scale>
          <a:sx n="77" d="100"/>
          <a:sy n="77" d="100"/>
        </p:scale>
        <p:origin x="883" y="101"/>
      </p:cViewPr>
      <p:guideLst>
        <p:guide orient="horz" pos="2160"/>
        <p:guide pos="3840"/>
      </p:guideLst>
    </p:cSldViewPr>
  </p:slideViewPr>
  <p:notesTextViewPr>
    <p:cViewPr>
      <p:scale>
        <a:sx n="100" d="100"/>
        <a:sy n="100" d="100"/>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533400" y="763588"/>
            <a:ext cx="6702425" cy="37703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77875" y="4776788"/>
            <a:ext cx="6216650" cy="4524375"/>
          </a:xfrm>
          <a:prstGeom prst="rect">
            <a:avLst/>
          </a:prstGeom>
          <a:noFill/>
          <a:ln>
            <a:noFill/>
          </a:ln>
        </p:spPr>
        <p:txBody>
          <a:bodyPr spcFirstLastPara="1" wrap="square" lIns="0" tIns="0" rIns="0" bIns="0" anchor="t" anchorCtr="0">
            <a:noAutofit/>
          </a:bodyPr>
          <a:lstStyle>
            <a:lvl1pPr marL="457200" marR="0" lvl="0"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5" name="Google Shape;5;n"/>
          <p:cNvSpPr txBox="1">
            <a:spLocks noGrp="1"/>
          </p:cNvSpPr>
          <p:nvPr>
            <p:ph type="hdr" idx="3"/>
          </p:nvPr>
        </p:nvSpPr>
        <p:spPr>
          <a:xfrm>
            <a:off x="0" y="0"/>
            <a:ext cx="3371850" cy="501650"/>
          </a:xfrm>
          <a:prstGeom prst="rect">
            <a:avLst/>
          </a:prstGeom>
          <a:noFill/>
          <a:ln>
            <a:noFill/>
          </a:ln>
        </p:spPr>
        <p:txBody>
          <a:bodyPr spcFirstLastPara="1" wrap="square" lIns="0" tIns="0" rIns="0" bIns="0" anchor="t" anchorCtr="0">
            <a:noAutofit/>
          </a:bodyPr>
          <a:lstStyle>
            <a:lvl1pPr marR="0" lvl="0" algn="l" rtl="0">
              <a:lnSpc>
                <a:spcPct val="93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 name="Google Shape;6;n"/>
          <p:cNvSpPr txBox="1">
            <a:spLocks noGrp="1"/>
          </p:cNvSpPr>
          <p:nvPr>
            <p:ph type="dt" idx="10"/>
          </p:nvPr>
        </p:nvSpPr>
        <p:spPr>
          <a:xfrm>
            <a:off x="4398963" y="0"/>
            <a:ext cx="3371850" cy="501650"/>
          </a:xfrm>
          <a:prstGeom prst="rect">
            <a:avLst/>
          </a:prstGeom>
          <a:noFill/>
          <a:ln>
            <a:noFill/>
          </a:ln>
        </p:spPr>
        <p:txBody>
          <a:bodyPr spcFirstLastPara="1" wrap="square" lIns="0" tIns="0" rIns="0" bIns="0" anchor="t" anchorCtr="0">
            <a:noAutofit/>
          </a:bodyPr>
          <a:lstStyle>
            <a:lvl1pPr marR="0" lvl="0" algn="r" rtl="0">
              <a:lnSpc>
                <a:spcPct val="93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555163"/>
            <a:ext cx="3371850" cy="501650"/>
          </a:xfrm>
          <a:prstGeom prst="rect">
            <a:avLst/>
          </a:prstGeom>
          <a:noFill/>
          <a:ln>
            <a:noFill/>
          </a:ln>
        </p:spPr>
        <p:txBody>
          <a:bodyPr spcFirstLastPara="1" wrap="square" lIns="0" tIns="0" rIns="0" bIns="0" anchor="b" anchorCtr="0">
            <a:noAutofit/>
          </a:bodyPr>
          <a:lstStyle>
            <a:lvl1pPr marR="0" lvl="0" algn="l" rtl="0">
              <a:lnSpc>
                <a:spcPct val="93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marR="0" lvl="0" indent="0" algn="r" rtl="0">
                <a:lnSpc>
                  <a:spcPct val="93000"/>
                </a:lnSpc>
                <a:spcBef>
                  <a:spcPts val="0"/>
                </a:spcBef>
                <a:spcAft>
                  <a:spcPts val="0"/>
                </a:spcAft>
                <a:buClr>
                  <a:srgbClr val="000000"/>
                </a:buClr>
                <a:buSzPts val="1400"/>
                <a:buFont typeface="Times New Roman"/>
                <a:buNone/>
              </a:pPr>
              <a:t>‹#›</a:t>
            </a:fld>
            <a:endParaRPr sz="1400" b="0" i="0" u="none" strike="noStrike" cap="none">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1</a:t>
            </a:fld>
            <a:endParaRPr sz="1400" b="0" i="0" u="none" strike="noStrike" cap="none">
              <a:solidFill>
                <a:srgbClr val="000000"/>
              </a:solidFill>
              <a:latin typeface="Times New Roman"/>
              <a:ea typeface="Times New Roman"/>
              <a:cs typeface="Times New Roman"/>
              <a:sym typeface="Times New Roman"/>
            </a:endParaRPr>
          </a:p>
        </p:txBody>
      </p:sp>
      <p:sp>
        <p:nvSpPr>
          <p:cNvPr id="143" name="Google Shape;143;p1: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4" name="Google Shape;144;p1: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2: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2</a:t>
            </a:fld>
            <a:endParaRPr sz="1400" b="0" i="0" u="none" strike="noStrike" cap="none">
              <a:solidFill>
                <a:srgbClr val="000000"/>
              </a:solidFill>
              <a:latin typeface="Times New Roman"/>
              <a:ea typeface="Times New Roman"/>
              <a:cs typeface="Times New Roman"/>
              <a:sym typeface="Times New Roman"/>
            </a:endParaRPr>
          </a:p>
        </p:txBody>
      </p:sp>
      <p:sp>
        <p:nvSpPr>
          <p:cNvPr id="154" name="Google Shape;154;p2: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55" name="Google Shape;155;p2: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3: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3</a:t>
            </a:fld>
            <a:endParaRPr sz="1400" b="0" i="0" u="none" strike="noStrike" cap="none">
              <a:solidFill>
                <a:srgbClr val="000000"/>
              </a:solidFill>
              <a:latin typeface="Times New Roman"/>
              <a:ea typeface="Times New Roman"/>
              <a:cs typeface="Times New Roman"/>
              <a:sym typeface="Times New Roman"/>
            </a:endParaRPr>
          </a:p>
        </p:txBody>
      </p:sp>
      <p:sp>
        <p:nvSpPr>
          <p:cNvPr id="163" name="Google Shape;163;p3: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64" name="Google Shape;164;p3: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4: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4</a:t>
            </a:fld>
            <a:endParaRPr sz="1400" b="0" i="0" u="none" strike="noStrike" cap="none">
              <a:solidFill>
                <a:srgbClr val="000000"/>
              </a:solidFill>
              <a:latin typeface="Times New Roman"/>
              <a:ea typeface="Times New Roman"/>
              <a:cs typeface="Times New Roman"/>
              <a:sym typeface="Times New Roman"/>
            </a:endParaRPr>
          </a:p>
        </p:txBody>
      </p:sp>
      <p:sp>
        <p:nvSpPr>
          <p:cNvPr id="172" name="Google Shape;172;p4: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73" name="Google Shape;173;p4: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9: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5</a:t>
            </a:fld>
            <a:endParaRPr sz="1400" b="0" i="0" u="none" strike="noStrike" cap="none">
              <a:solidFill>
                <a:srgbClr val="000000"/>
              </a:solidFill>
              <a:latin typeface="Times New Roman"/>
              <a:ea typeface="Times New Roman"/>
              <a:cs typeface="Times New Roman"/>
              <a:sym typeface="Times New Roman"/>
            </a:endParaRPr>
          </a:p>
        </p:txBody>
      </p:sp>
      <p:sp>
        <p:nvSpPr>
          <p:cNvPr id="217" name="Google Shape;217;p9: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18" name="Google Shape;218;p9: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6: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6</a:t>
            </a:fld>
            <a:endParaRPr sz="1400" b="0" i="0" u="none" strike="noStrike" cap="none">
              <a:solidFill>
                <a:srgbClr val="000000"/>
              </a:solidFill>
              <a:latin typeface="Times New Roman"/>
              <a:ea typeface="Times New Roman"/>
              <a:cs typeface="Times New Roman"/>
              <a:sym typeface="Times New Roman"/>
            </a:endParaRPr>
          </a:p>
        </p:txBody>
      </p:sp>
      <p:sp>
        <p:nvSpPr>
          <p:cNvPr id="190" name="Google Shape;190;p6: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91" name="Google Shape;191;p6: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7d84d380f2533759_9:notes"/>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7</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9A2DFC76-F282-F6A6-F959-562F182D0F7A}"/>
            </a:ext>
          </a:extLst>
        </p:cNvPr>
        <p:cNvGrpSpPr/>
        <p:nvPr/>
      </p:nvGrpSpPr>
      <p:grpSpPr>
        <a:xfrm>
          <a:off x="0" y="0"/>
          <a:ext cx="0" cy="0"/>
          <a:chOff x="0" y="0"/>
          <a:chExt cx="0" cy="0"/>
        </a:xfrm>
      </p:grpSpPr>
      <p:sp>
        <p:nvSpPr>
          <p:cNvPr id="243" name="Google Shape;243;g7d84d380f2533759_9:notes">
            <a:extLst>
              <a:ext uri="{FF2B5EF4-FFF2-40B4-BE49-F238E27FC236}">
                <a16:creationId xmlns:a16="http://schemas.microsoft.com/office/drawing/2014/main" id="{A2F6A836-F9D5-424A-7650-53A727954EBB}"/>
              </a:ext>
            </a:extLst>
          </p:cNvPr>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8</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a:extLst>
              <a:ext uri="{FF2B5EF4-FFF2-40B4-BE49-F238E27FC236}">
                <a16:creationId xmlns:a16="http://schemas.microsoft.com/office/drawing/2014/main" id="{6FDC4F10-9AC7-770B-AD6C-FEAC53FB4DE1}"/>
              </a:ext>
            </a:extLst>
          </p:cNvPr>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a:extLst>
              <a:ext uri="{FF2B5EF4-FFF2-40B4-BE49-F238E27FC236}">
                <a16:creationId xmlns:a16="http://schemas.microsoft.com/office/drawing/2014/main" id="{F39F1FFD-69B9-E5F1-AAC4-1B8006875B6A}"/>
              </a:ext>
            </a:extLst>
          </p:cNvPr>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1140848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A4B7BC1C-E610-9907-5CF8-60C1BCD453AB}"/>
            </a:ext>
          </a:extLst>
        </p:cNvPr>
        <p:cNvGrpSpPr/>
        <p:nvPr/>
      </p:nvGrpSpPr>
      <p:grpSpPr>
        <a:xfrm>
          <a:off x="0" y="0"/>
          <a:ext cx="0" cy="0"/>
          <a:chOff x="0" y="0"/>
          <a:chExt cx="0" cy="0"/>
        </a:xfrm>
      </p:grpSpPr>
      <p:sp>
        <p:nvSpPr>
          <p:cNvPr id="243" name="Google Shape;243;g7d84d380f2533759_9:notes">
            <a:extLst>
              <a:ext uri="{FF2B5EF4-FFF2-40B4-BE49-F238E27FC236}">
                <a16:creationId xmlns:a16="http://schemas.microsoft.com/office/drawing/2014/main" id="{05FD0C0F-751D-5F32-6441-ACC3CACA71E0}"/>
              </a:ext>
            </a:extLst>
          </p:cNvPr>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9</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a:extLst>
              <a:ext uri="{FF2B5EF4-FFF2-40B4-BE49-F238E27FC236}">
                <a16:creationId xmlns:a16="http://schemas.microsoft.com/office/drawing/2014/main" id="{C8653399-4152-AD79-235B-AA33D107DA49}"/>
              </a:ext>
            </a:extLst>
          </p:cNvPr>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a:extLst>
              <a:ext uri="{FF2B5EF4-FFF2-40B4-BE49-F238E27FC236}">
                <a16:creationId xmlns:a16="http://schemas.microsoft.com/office/drawing/2014/main" id="{462841ED-637F-0CC2-DB90-D9D5969D3AEC}"/>
              </a:ext>
            </a:extLst>
          </p:cNvPr>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572219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BA8C9B8C-43C1-0099-82FF-1CB047E1D510}"/>
            </a:ext>
          </a:extLst>
        </p:cNvPr>
        <p:cNvGrpSpPr/>
        <p:nvPr/>
      </p:nvGrpSpPr>
      <p:grpSpPr>
        <a:xfrm>
          <a:off x="0" y="0"/>
          <a:ext cx="0" cy="0"/>
          <a:chOff x="0" y="0"/>
          <a:chExt cx="0" cy="0"/>
        </a:xfrm>
      </p:grpSpPr>
      <p:sp>
        <p:nvSpPr>
          <p:cNvPr id="243" name="Google Shape;243;g7d84d380f2533759_9:notes">
            <a:extLst>
              <a:ext uri="{FF2B5EF4-FFF2-40B4-BE49-F238E27FC236}">
                <a16:creationId xmlns:a16="http://schemas.microsoft.com/office/drawing/2014/main" id="{5A2CF313-7E2F-9250-DB89-E2E99E0F0BD5}"/>
              </a:ext>
            </a:extLst>
          </p:cNvPr>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10</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a:extLst>
              <a:ext uri="{FF2B5EF4-FFF2-40B4-BE49-F238E27FC236}">
                <a16:creationId xmlns:a16="http://schemas.microsoft.com/office/drawing/2014/main" id="{B9A5E5BA-0F7D-1DE8-2203-3BCABF6B2FC6}"/>
              </a:ext>
            </a:extLst>
          </p:cNvPr>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a:extLst>
              <a:ext uri="{FF2B5EF4-FFF2-40B4-BE49-F238E27FC236}">
                <a16:creationId xmlns:a16="http://schemas.microsoft.com/office/drawing/2014/main" id="{8B7A0D55-358A-2273-95FF-2D2A5122750C}"/>
              </a:ext>
            </a:extLst>
          </p:cNvPr>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1585814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CD23E5D1-4F98-B3C9-88C2-1FD5B4B95D73}"/>
            </a:ext>
          </a:extLst>
        </p:cNvPr>
        <p:cNvGrpSpPr/>
        <p:nvPr/>
      </p:nvGrpSpPr>
      <p:grpSpPr>
        <a:xfrm>
          <a:off x="0" y="0"/>
          <a:ext cx="0" cy="0"/>
          <a:chOff x="0" y="0"/>
          <a:chExt cx="0" cy="0"/>
        </a:xfrm>
      </p:grpSpPr>
      <p:sp>
        <p:nvSpPr>
          <p:cNvPr id="243" name="Google Shape;243;g7d84d380f2533759_9:notes">
            <a:extLst>
              <a:ext uri="{FF2B5EF4-FFF2-40B4-BE49-F238E27FC236}">
                <a16:creationId xmlns:a16="http://schemas.microsoft.com/office/drawing/2014/main" id="{F20D9718-D163-6AAE-5C29-77C90E20A301}"/>
              </a:ext>
            </a:extLst>
          </p:cNvPr>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11</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a:extLst>
              <a:ext uri="{FF2B5EF4-FFF2-40B4-BE49-F238E27FC236}">
                <a16:creationId xmlns:a16="http://schemas.microsoft.com/office/drawing/2014/main" id="{7C6D4057-3C16-5996-31BE-99EC4AAF67C5}"/>
              </a:ext>
            </a:extLst>
          </p:cNvPr>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a:extLst>
              <a:ext uri="{FF2B5EF4-FFF2-40B4-BE49-F238E27FC236}">
                <a16:creationId xmlns:a16="http://schemas.microsoft.com/office/drawing/2014/main" id="{093BD2C1-54E3-CEB0-6D72-ED388E7F2243}"/>
              </a:ext>
            </a:extLst>
          </p:cNvPr>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2278148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335AF0F7-11EC-C406-A9F2-240009465C9B}"/>
            </a:ext>
          </a:extLst>
        </p:cNvPr>
        <p:cNvGrpSpPr/>
        <p:nvPr/>
      </p:nvGrpSpPr>
      <p:grpSpPr>
        <a:xfrm>
          <a:off x="0" y="0"/>
          <a:ext cx="0" cy="0"/>
          <a:chOff x="0" y="0"/>
          <a:chExt cx="0" cy="0"/>
        </a:xfrm>
      </p:grpSpPr>
      <p:sp>
        <p:nvSpPr>
          <p:cNvPr id="243" name="Google Shape;243;g7d84d380f2533759_9:notes">
            <a:extLst>
              <a:ext uri="{FF2B5EF4-FFF2-40B4-BE49-F238E27FC236}">
                <a16:creationId xmlns:a16="http://schemas.microsoft.com/office/drawing/2014/main" id="{6D944A04-6D9A-1B62-B0CE-7D41D2E86C2C}"/>
              </a:ext>
            </a:extLst>
          </p:cNvPr>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12</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a:extLst>
              <a:ext uri="{FF2B5EF4-FFF2-40B4-BE49-F238E27FC236}">
                <a16:creationId xmlns:a16="http://schemas.microsoft.com/office/drawing/2014/main" id="{13633485-CF65-125D-454E-1511F13A87A6}"/>
              </a:ext>
            </a:extLst>
          </p:cNvPr>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a:extLst>
              <a:ext uri="{FF2B5EF4-FFF2-40B4-BE49-F238E27FC236}">
                <a16:creationId xmlns:a16="http://schemas.microsoft.com/office/drawing/2014/main" id="{CF5574DA-38E4-3323-19FE-65AE41B81946}"/>
              </a:ext>
            </a:extLst>
          </p:cNvPr>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10789341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13</a:t>
            </a:fld>
            <a:endParaRPr sz="1400" b="0" i="0" u="none" strike="noStrike" cap="none">
              <a:solidFill>
                <a:srgbClr val="000000"/>
              </a:solidFill>
              <a:latin typeface="Times New Roman"/>
              <a:ea typeface="Times New Roman"/>
              <a:cs typeface="Times New Roman"/>
              <a:sym typeface="Times New Roman"/>
            </a:endParaRPr>
          </a:p>
        </p:txBody>
      </p:sp>
      <p:sp>
        <p:nvSpPr>
          <p:cNvPr id="199" name="Google Shape;199;p7: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00" name="Google Shape;200;p7:notes"/>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SzPts val="1200"/>
              <a:buNone/>
            </a:pP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3CDC4B4D-1E94-1C63-78D7-FA7570D1F266}"/>
            </a:ext>
          </a:extLst>
        </p:cNvPr>
        <p:cNvGrpSpPr/>
        <p:nvPr/>
      </p:nvGrpSpPr>
      <p:grpSpPr>
        <a:xfrm>
          <a:off x="0" y="0"/>
          <a:ext cx="0" cy="0"/>
          <a:chOff x="0" y="0"/>
          <a:chExt cx="0" cy="0"/>
        </a:xfrm>
      </p:grpSpPr>
      <p:sp>
        <p:nvSpPr>
          <p:cNvPr id="243" name="Google Shape;243;g7d84d380f2533759_9:notes">
            <a:extLst>
              <a:ext uri="{FF2B5EF4-FFF2-40B4-BE49-F238E27FC236}">
                <a16:creationId xmlns:a16="http://schemas.microsoft.com/office/drawing/2014/main" id="{08F41C68-81C5-666B-8BBC-087EF4785390}"/>
              </a:ext>
            </a:extLst>
          </p:cNvPr>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14</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a:extLst>
              <a:ext uri="{FF2B5EF4-FFF2-40B4-BE49-F238E27FC236}">
                <a16:creationId xmlns:a16="http://schemas.microsoft.com/office/drawing/2014/main" id="{580ABE26-39C2-2610-E163-D598ECB09455}"/>
              </a:ext>
            </a:extLst>
          </p:cNvPr>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a:extLst>
              <a:ext uri="{FF2B5EF4-FFF2-40B4-BE49-F238E27FC236}">
                <a16:creationId xmlns:a16="http://schemas.microsoft.com/office/drawing/2014/main" id="{991866FB-DE9F-2351-052D-ED57F933DD81}"/>
              </a:ext>
            </a:extLst>
          </p:cNvPr>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1706799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3A6F5317-821F-747D-C2DC-0EAAFBFD8812}"/>
            </a:ext>
          </a:extLst>
        </p:cNvPr>
        <p:cNvGrpSpPr/>
        <p:nvPr/>
      </p:nvGrpSpPr>
      <p:grpSpPr>
        <a:xfrm>
          <a:off x="0" y="0"/>
          <a:ext cx="0" cy="0"/>
          <a:chOff x="0" y="0"/>
          <a:chExt cx="0" cy="0"/>
        </a:xfrm>
      </p:grpSpPr>
      <p:sp>
        <p:nvSpPr>
          <p:cNvPr id="243" name="Google Shape;243;g7d84d380f2533759_9:notes">
            <a:extLst>
              <a:ext uri="{FF2B5EF4-FFF2-40B4-BE49-F238E27FC236}">
                <a16:creationId xmlns:a16="http://schemas.microsoft.com/office/drawing/2014/main" id="{0300BEC0-396A-6A27-C6C2-55E5EA83AA24}"/>
              </a:ext>
            </a:extLst>
          </p:cNvPr>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15</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a:extLst>
              <a:ext uri="{FF2B5EF4-FFF2-40B4-BE49-F238E27FC236}">
                <a16:creationId xmlns:a16="http://schemas.microsoft.com/office/drawing/2014/main" id="{6957C451-5103-F35C-6D1F-8EAFA5423EAB}"/>
              </a:ext>
            </a:extLst>
          </p:cNvPr>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a:extLst>
              <a:ext uri="{FF2B5EF4-FFF2-40B4-BE49-F238E27FC236}">
                <a16:creationId xmlns:a16="http://schemas.microsoft.com/office/drawing/2014/main" id="{8749D0FF-DE14-F62B-35C2-AE3E5E9B09C0}"/>
              </a:ext>
            </a:extLst>
          </p:cNvPr>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21063232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DAE15F4B-8547-80F3-B535-6DB0CF21E32E}"/>
            </a:ext>
          </a:extLst>
        </p:cNvPr>
        <p:cNvGrpSpPr/>
        <p:nvPr/>
      </p:nvGrpSpPr>
      <p:grpSpPr>
        <a:xfrm>
          <a:off x="0" y="0"/>
          <a:ext cx="0" cy="0"/>
          <a:chOff x="0" y="0"/>
          <a:chExt cx="0" cy="0"/>
        </a:xfrm>
      </p:grpSpPr>
      <p:sp>
        <p:nvSpPr>
          <p:cNvPr id="243" name="Google Shape;243;g7d84d380f2533759_9:notes">
            <a:extLst>
              <a:ext uri="{FF2B5EF4-FFF2-40B4-BE49-F238E27FC236}">
                <a16:creationId xmlns:a16="http://schemas.microsoft.com/office/drawing/2014/main" id="{78E84574-3BFD-FE27-F7C1-239C1C8ED74C}"/>
              </a:ext>
            </a:extLst>
          </p:cNvPr>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16</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a:extLst>
              <a:ext uri="{FF2B5EF4-FFF2-40B4-BE49-F238E27FC236}">
                <a16:creationId xmlns:a16="http://schemas.microsoft.com/office/drawing/2014/main" id="{600CA629-E245-9A8D-E7C8-163F1E690ECE}"/>
              </a:ext>
            </a:extLst>
          </p:cNvPr>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a:extLst>
              <a:ext uri="{FF2B5EF4-FFF2-40B4-BE49-F238E27FC236}">
                <a16:creationId xmlns:a16="http://schemas.microsoft.com/office/drawing/2014/main" id="{A81032C9-162A-1EEF-1152-8D30644FFBD0}"/>
              </a:ext>
            </a:extLst>
          </p:cNvPr>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3673224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8508BFF1-6EBB-0146-ADA9-6155D35E7240}"/>
            </a:ext>
          </a:extLst>
        </p:cNvPr>
        <p:cNvGrpSpPr/>
        <p:nvPr/>
      </p:nvGrpSpPr>
      <p:grpSpPr>
        <a:xfrm>
          <a:off x="0" y="0"/>
          <a:ext cx="0" cy="0"/>
          <a:chOff x="0" y="0"/>
          <a:chExt cx="0" cy="0"/>
        </a:xfrm>
      </p:grpSpPr>
      <p:sp>
        <p:nvSpPr>
          <p:cNvPr id="243" name="Google Shape;243;g7d84d380f2533759_9:notes">
            <a:extLst>
              <a:ext uri="{FF2B5EF4-FFF2-40B4-BE49-F238E27FC236}">
                <a16:creationId xmlns:a16="http://schemas.microsoft.com/office/drawing/2014/main" id="{D3E509C3-807B-9674-CDBF-988F3D24EE17}"/>
              </a:ext>
            </a:extLst>
          </p:cNvPr>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17</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a:extLst>
              <a:ext uri="{FF2B5EF4-FFF2-40B4-BE49-F238E27FC236}">
                <a16:creationId xmlns:a16="http://schemas.microsoft.com/office/drawing/2014/main" id="{8D377B0D-F934-E5A9-080B-57BDA3FA3AE9}"/>
              </a:ext>
            </a:extLst>
          </p:cNvPr>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a:extLst>
              <a:ext uri="{FF2B5EF4-FFF2-40B4-BE49-F238E27FC236}">
                <a16:creationId xmlns:a16="http://schemas.microsoft.com/office/drawing/2014/main" id="{502394E0-332F-1A7F-4278-D582F992F9DC}"/>
              </a:ext>
            </a:extLst>
          </p:cNvPr>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1793254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1DBC1FE8-1303-BB6B-09D6-A4FBA8DBACE2}"/>
            </a:ext>
          </a:extLst>
        </p:cNvPr>
        <p:cNvGrpSpPr/>
        <p:nvPr/>
      </p:nvGrpSpPr>
      <p:grpSpPr>
        <a:xfrm>
          <a:off x="0" y="0"/>
          <a:ext cx="0" cy="0"/>
          <a:chOff x="0" y="0"/>
          <a:chExt cx="0" cy="0"/>
        </a:xfrm>
      </p:grpSpPr>
      <p:sp>
        <p:nvSpPr>
          <p:cNvPr id="243" name="Google Shape;243;g7d84d380f2533759_9:notes">
            <a:extLst>
              <a:ext uri="{FF2B5EF4-FFF2-40B4-BE49-F238E27FC236}">
                <a16:creationId xmlns:a16="http://schemas.microsoft.com/office/drawing/2014/main" id="{40729DAA-42C4-25E4-6284-7531403EBDD8}"/>
              </a:ext>
            </a:extLst>
          </p:cNvPr>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18</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a:extLst>
              <a:ext uri="{FF2B5EF4-FFF2-40B4-BE49-F238E27FC236}">
                <a16:creationId xmlns:a16="http://schemas.microsoft.com/office/drawing/2014/main" id="{051F1B8B-E484-5832-74BC-031B9DC26A53}"/>
              </a:ext>
            </a:extLst>
          </p:cNvPr>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a:extLst>
              <a:ext uri="{FF2B5EF4-FFF2-40B4-BE49-F238E27FC236}">
                <a16:creationId xmlns:a16="http://schemas.microsoft.com/office/drawing/2014/main" id="{CEF6DA4E-9964-B9BB-8584-5B885BB64244}"/>
              </a:ext>
            </a:extLst>
          </p:cNvPr>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41874986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7d84d380f2533759_9:notes"/>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pPr marL="0" lvl="0" indent="0" algn="r" rtl="0">
                <a:lnSpc>
                  <a:spcPct val="93000"/>
                </a:lnSpc>
                <a:spcBef>
                  <a:spcPts val="0"/>
                </a:spcBef>
                <a:spcAft>
                  <a:spcPts val="0"/>
                </a:spcAft>
                <a:buSzPts val="1400"/>
                <a:buNone/>
              </a:pPr>
              <a:t>19</a:t>
            </a:fld>
            <a:endParaRPr sz="1400" b="0" i="0" u="none" strike="noStrike" cap="none">
              <a:solidFill>
                <a:srgbClr val="000000"/>
              </a:solidFill>
              <a:latin typeface="Times New Roman"/>
              <a:ea typeface="Times New Roman"/>
              <a:cs typeface="Times New Roman"/>
              <a:sym typeface="Times New Roman"/>
            </a:endParaRPr>
          </a:p>
        </p:txBody>
      </p:sp>
      <p:sp>
        <p:nvSpPr>
          <p:cNvPr id="244" name="Google Shape;244;g7d84d380f2533759_9: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g7d84d380f2533759_9:notes"/>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914401" y="2130425"/>
            <a:ext cx="10361084"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18" name="Google Shape;18;p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1828800" y="3886200"/>
            <a:ext cx="8534400" cy="1752600"/>
          </a:xfrm>
          <a:prstGeom prst="rect">
            <a:avLst/>
          </a:prstGeom>
          <a:noFill/>
          <a:ln>
            <a:noFill/>
          </a:ln>
        </p:spPr>
        <p:txBody>
          <a:bodyPr spcFirstLastPara="1" wrap="square" lIns="0" tIns="69075" rIns="0" bIns="0" anchor="t" anchorCtr="0">
            <a:noAutofit/>
          </a:bodyPr>
          <a:lstStyle>
            <a:lvl1pPr lvl="0" algn="ctr">
              <a:lnSpc>
                <a:spcPct val="83000"/>
              </a:lnSpc>
              <a:spcBef>
                <a:spcPts val="1425"/>
              </a:spcBef>
              <a:spcAft>
                <a:spcPts val="0"/>
              </a:spcAft>
              <a:buSzPts val="3200"/>
              <a:buNone/>
              <a:defRPr/>
            </a:lvl1pPr>
            <a:lvl2pPr lvl="1" algn="ctr">
              <a:lnSpc>
                <a:spcPct val="83000"/>
              </a:lnSpc>
              <a:spcBef>
                <a:spcPts val="1138"/>
              </a:spcBef>
              <a:spcAft>
                <a:spcPts val="0"/>
              </a:spcAft>
              <a:buSzPts val="2400"/>
              <a:buNone/>
              <a:defRPr/>
            </a:lvl2pPr>
            <a:lvl3pPr lvl="2" algn="ctr">
              <a:lnSpc>
                <a:spcPct val="83000"/>
              </a:lnSpc>
              <a:spcBef>
                <a:spcPts val="850"/>
              </a:spcBef>
              <a:spcAft>
                <a:spcPts val="0"/>
              </a:spcAft>
              <a:buSzPts val="2000"/>
              <a:buNone/>
              <a:defRPr/>
            </a:lvl3pPr>
            <a:lvl4pPr lvl="3" algn="ctr">
              <a:lnSpc>
                <a:spcPct val="83000"/>
              </a:lnSpc>
              <a:spcBef>
                <a:spcPts val="575"/>
              </a:spcBef>
              <a:spcAft>
                <a:spcPts val="0"/>
              </a:spcAft>
              <a:buSzPts val="2000"/>
              <a:buNone/>
              <a:defRPr/>
            </a:lvl4pPr>
            <a:lvl5pPr lvl="4" algn="ctr">
              <a:lnSpc>
                <a:spcPct val="83000"/>
              </a:lnSpc>
              <a:spcBef>
                <a:spcPts val="288"/>
              </a:spcBef>
              <a:spcAft>
                <a:spcPts val="0"/>
              </a:spcAft>
              <a:buSzPts val="2000"/>
              <a:buNone/>
              <a:defRPr/>
            </a:lvl5pPr>
            <a:lvl6pPr lvl="5" algn="ctr">
              <a:lnSpc>
                <a:spcPct val="83000"/>
              </a:lnSpc>
              <a:spcBef>
                <a:spcPts val="288"/>
              </a:spcBef>
              <a:spcAft>
                <a:spcPts val="0"/>
              </a:spcAft>
              <a:buSzPts val="2000"/>
              <a:buNone/>
              <a:defRPr/>
            </a:lvl6pPr>
            <a:lvl7pPr lvl="6" algn="ctr">
              <a:lnSpc>
                <a:spcPct val="83000"/>
              </a:lnSpc>
              <a:spcBef>
                <a:spcPts val="288"/>
              </a:spcBef>
              <a:spcAft>
                <a:spcPts val="0"/>
              </a:spcAft>
              <a:buSzPts val="2000"/>
              <a:buNone/>
              <a:defRPr/>
            </a:lvl7pPr>
            <a:lvl8pPr lvl="7" algn="ctr">
              <a:lnSpc>
                <a:spcPct val="83000"/>
              </a:lnSpc>
              <a:spcBef>
                <a:spcPts val="288"/>
              </a:spcBef>
              <a:spcAft>
                <a:spcPts val="0"/>
              </a:spcAft>
              <a:buSzPts val="2000"/>
              <a:buNone/>
              <a:defRPr/>
            </a:lvl8pPr>
            <a:lvl9pPr lvl="8" algn="ctr">
              <a:lnSpc>
                <a:spcPct val="83000"/>
              </a:lnSpc>
              <a:spcBef>
                <a:spcPts val="288"/>
              </a:spcBef>
              <a:spcAft>
                <a:spcPts val="0"/>
              </a:spcAft>
              <a:buSzPts val="2000"/>
              <a:buNone/>
              <a:defRPr/>
            </a:lvl9pPr>
          </a:lstStyle>
          <a:p>
            <a:endParaRPr/>
          </a:p>
        </p:txBody>
      </p:sp>
      <p:sp>
        <p:nvSpPr>
          <p:cNvPr id="22" name="Google Shape;22;p3"/>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23" name="Google Shape;23;p3"/>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26" name="Google Shape;26;p4"/>
          <p:cNvSpPr txBox="1">
            <a:spLocks noGrp="1"/>
          </p:cNvSpPr>
          <p:nvPr>
            <p:ph type="body" idx="1"/>
          </p:nvPr>
        </p:nvSpPr>
        <p:spPr>
          <a:xfrm>
            <a:off x="609600" y="1604963"/>
            <a:ext cx="10971213" cy="3975100"/>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38"/>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88"/>
              </a:spcBef>
              <a:spcAft>
                <a:spcPts val="0"/>
              </a:spcAft>
              <a:buSzPts val="1800"/>
              <a:buChar char="»"/>
              <a:defRPr/>
            </a:lvl5pPr>
            <a:lvl6pPr marL="2743200" lvl="5" indent="-228600" algn="l">
              <a:lnSpc>
                <a:spcPct val="83000"/>
              </a:lnSpc>
              <a:spcBef>
                <a:spcPts val="288"/>
              </a:spcBef>
              <a:spcAft>
                <a:spcPts val="0"/>
              </a:spcAft>
              <a:buSzPts val="1400"/>
              <a:buNone/>
              <a:defRPr/>
            </a:lvl6pPr>
            <a:lvl7pPr marL="3200400" lvl="6" indent="-228600" algn="l">
              <a:lnSpc>
                <a:spcPct val="83000"/>
              </a:lnSpc>
              <a:spcBef>
                <a:spcPts val="288"/>
              </a:spcBef>
              <a:spcAft>
                <a:spcPts val="0"/>
              </a:spcAft>
              <a:buSzPts val="1400"/>
              <a:buNone/>
              <a:defRPr/>
            </a:lvl7pPr>
            <a:lvl8pPr marL="3657600" lvl="7" indent="-228600" algn="l">
              <a:lnSpc>
                <a:spcPct val="83000"/>
              </a:lnSpc>
              <a:spcBef>
                <a:spcPts val="288"/>
              </a:spcBef>
              <a:spcAft>
                <a:spcPts val="0"/>
              </a:spcAft>
              <a:buSzPts val="1400"/>
              <a:buNone/>
              <a:defRPr/>
            </a:lvl8pPr>
            <a:lvl9pPr marL="4114800" lvl="8" indent="-228600" algn="l">
              <a:lnSpc>
                <a:spcPct val="83000"/>
              </a:lnSpc>
              <a:spcBef>
                <a:spcPts val="288"/>
              </a:spcBef>
              <a:spcAft>
                <a:spcPts val="0"/>
              </a:spcAft>
              <a:buSzPts val="1400"/>
              <a:buNone/>
              <a:defRPr/>
            </a:lvl9pPr>
          </a:lstStyle>
          <a:p>
            <a:endParaRPr/>
          </a:p>
        </p:txBody>
      </p:sp>
      <p:sp>
        <p:nvSpPr>
          <p:cNvPr id="27" name="Google Shape;27;p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28" name="Google Shape;28;p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lnSpc>
                <a:spcPct val="83000"/>
              </a:lnSpc>
              <a:spcBef>
                <a:spcPts val="0"/>
              </a:spcBef>
              <a:spcAft>
                <a:spcPts val="0"/>
              </a:spcAft>
              <a:buSzPts val="1400"/>
              <a:buNone/>
              <a:defRPr sz="4000" b="1" cap="none"/>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963084" y="2906713"/>
            <a:ext cx="10363200" cy="1500187"/>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000"/>
              <a:buNone/>
              <a:defRPr sz="2000"/>
            </a:lvl1pPr>
            <a:lvl2pPr marL="914400" lvl="1" indent="-228600" algn="l">
              <a:lnSpc>
                <a:spcPct val="83000"/>
              </a:lnSpc>
              <a:spcBef>
                <a:spcPts val="1138"/>
              </a:spcBef>
              <a:spcAft>
                <a:spcPts val="0"/>
              </a:spcAft>
              <a:buSzPts val="1800"/>
              <a:buNone/>
              <a:defRPr sz="1800"/>
            </a:lvl2pPr>
            <a:lvl3pPr marL="1371600" lvl="2" indent="-228600" algn="l">
              <a:lnSpc>
                <a:spcPct val="83000"/>
              </a:lnSpc>
              <a:spcBef>
                <a:spcPts val="850"/>
              </a:spcBef>
              <a:spcAft>
                <a:spcPts val="0"/>
              </a:spcAft>
              <a:buSzPts val="1600"/>
              <a:buNone/>
              <a:defRPr sz="1600"/>
            </a:lvl3pPr>
            <a:lvl4pPr marL="1828800" lvl="3" indent="-228600" algn="l">
              <a:lnSpc>
                <a:spcPct val="83000"/>
              </a:lnSpc>
              <a:spcBef>
                <a:spcPts val="575"/>
              </a:spcBef>
              <a:spcAft>
                <a:spcPts val="0"/>
              </a:spcAft>
              <a:buSzPts val="1400"/>
              <a:buNone/>
              <a:defRPr sz="1400"/>
            </a:lvl4pPr>
            <a:lvl5pPr marL="2286000" lvl="4" indent="-228600" algn="l">
              <a:lnSpc>
                <a:spcPct val="83000"/>
              </a:lnSpc>
              <a:spcBef>
                <a:spcPts val="288"/>
              </a:spcBef>
              <a:spcAft>
                <a:spcPts val="0"/>
              </a:spcAft>
              <a:buSzPts val="1400"/>
              <a:buNone/>
              <a:defRPr sz="1400"/>
            </a:lvl5pPr>
            <a:lvl6pPr marL="2743200" lvl="5" indent="-228600" algn="l">
              <a:lnSpc>
                <a:spcPct val="83000"/>
              </a:lnSpc>
              <a:spcBef>
                <a:spcPts val="288"/>
              </a:spcBef>
              <a:spcAft>
                <a:spcPts val="0"/>
              </a:spcAft>
              <a:buSzPts val="1400"/>
              <a:buNone/>
              <a:defRPr sz="1400"/>
            </a:lvl6pPr>
            <a:lvl7pPr marL="3200400" lvl="6" indent="-228600" algn="l">
              <a:lnSpc>
                <a:spcPct val="83000"/>
              </a:lnSpc>
              <a:spcBef>
                <a:spcPts val="288"/>
              </a:spcBef>
              <a:spcAft>
                <a:spcPts val="0"/>
              </a:spcAft>
              <a:buSzPts val="1400"/>
              <a:buNone/>
              <a:defRPr sz="1400"/>
            </a:lvl7pPr>
            <a:lvl8pPr marL="3657600" lvl="7" indent="-228600" algn="l">
              <a:lnSpc>
                <a:spcPct val="83000"/>
              </a:lnSpc>
              <a:spcBef>
                <a:spcPts val="288"/>
              </a:spcBef>
              <a:spcAft>
                <a:spcPts val="0"/>
              </a:spcAft>
              <a:buSzPts val="1400"/>
              <a:buNone/>
              <a:defRPr sz="1400"/>
            </a:lvl8pPr>
            <a:lvl9pPr marL="4114800" lvl="8" indent="-228600" algn="l">
              <a:lnSpc>
                <a:spcPct val="83000"/>
              </a:lnSpc>
              <a:spcBef>
                <a:spcPts val="288"/>
              </a:spcBef>
              <a:spcAft>
                <a:spcPts val="0"/>
              </a:spcAft>
              <a:buSzPts val="1400"/>
              <a:buNone/>
              <a:defRPr sz="1400"/>
            </a:lvl9pPr>
          </a:lstStyle>
          <a:p>
            <a:endParaRPr/>
          </a:p>
        </p:txBody>
      </p:sp>
      <p:sp>
        <p:nvSpPr>
          <p:cNvPr id="32" name="Google Shape;32;p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33" name="Google Shape;33;p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609601" y="1604963"/>
            <a:ext cx="5382684" cy="3975100"/>
          </a:xfrm>
          <a:prstGeom prst="rect">
            <a:avLst/>
          </a:prstGeom>
          <a:noFill/>
          <a:ln>
            <a:noFill/>
          </a:ln>
        </p:spPr>
        <p:txBody>
          <a:bodyPr spcFirstLastPara="1" wrap="square" lIns="0" tIns="69075" rIns="0" bIns="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38"/>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88"/>
              </a:spcBef>
              <a:spcAft>
                <a:spcPts val="0"/>
              </a:spcAft>
              <a:buSzPts val="1800"/>
              <a:buChar char="»"/>
              <a:defRPr sz="1800"/>
            </a:lvl5pPr>
            <a:lvl6pPr marL="2743200" lvl="5" indent="-228600" algn="l">
              <a:lnSpc>
                <a:spcPct val="83000"/>
              </a:lnSpc>
              <a:spcBef>
                <a:spcPts val="288"/>
              </a:spcBef>
              <a:spcAft>
                <a:spcPts val="0"/>
              </a:spcAft>
              <a:buSzPts val="1400"/>
              <a:buNone/>
              <a:defRPr sz="1800"/>
            </a:lvl6pPr>
            <a:lvl7pPr marL="3200400" lvl="6" indent="-228600" algn="l">
              <a:lnSpc>
                <a:spcPct val="83000"/>
              </a:lnSpc>
              <a:spcBef>
                <a:spcPts val="288"/>
              </a:spcBef>
              <a:spcAft>
                <a:spcPts val="0"/>
              </a:spcAft>
              <a:buSzPts val="1400"/>
              <a:buNone/>
              <a:defRPr sz="1800"/>
            </a:lvl7pPr>
            <a:lvl8pPr marL="3657600" lvl="7" indent="-228600" algn="l">
              <a:lnSpc>
                <a:spcPct val="83000"/>
              </a:lnSpc>
              <a:spcBef>
                <a:spcPts val="288"/>
              </a:spcBef>
              <a:spcAft>
                <a:spcPts val="0"/>
              </a:spcAft>
              <a:buSzPts val="1400"/>
              <a:buNone/>
              <a:defRPr sz="1800"/>
            </a:lvl8pPr>
            <a:lvl9pPr marL="4114800" lvl="8" indent="-228600" algn="l">
              <a:lnSpc>
                <a:spcPct val="83000"/>
              </a:lnSpc>
              <a:spcBef>
                <a:spcPts val="288"/>
              </a:spcBef>
              <a:spcAft>
                <a:spcPts val="0"/>
              </a:spcAft>
              <a:buSzPts val="1400"/>
              <a:buNone/>
              <a:defRPr sz="1800"/>
            </a:lvl9pPr>
          </a:lstStyle>
          <a:p>
            <a:endParaRPr/>
          </a:p>
        </p:txBody>
      </p:sp>
      <p:sp>
        <p:nvSpPr>
          <p:cNvPr id="37" name="Google Shape;37;p6"/>
          <p:cNvSpPr txBox="1">
            <a:spLocks noGrp="1"/>
          </p:cNvSpPr>
          <p:nvPr>
            <p:ph type="body" idx="2"/>
          </p:nvPr>
        </p:nvSpPr>
        <p:spPr>
          <a:xfrm>
            <a:off x="6195484" y="1604963"/>
            <a:ext cx="5384800" cy="3975100"/>
          </a:xfrm>
          <a:prstGeom prst="rect">
            <a:avLst/>
          </a:prstGeom>
          <a:noFill/>
          <a:ln>
            <a:noFill/>
          </a:ln>
        </p:spPr>
        <p:txBody>
          <a:bodyPr spcFirstLastPara="1" wrap="square" lIns="0" tIns="69075" rIns="0" bIns="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38"/>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88"/>
              </a:spcBef>
              <a:spcAft>
                <a:spcPts val="0"/>
              </a:spcAft>
              <a:buSzPts val="1800"/>
              <a:buChar char="»"/>
              <a:defRPr sz="1800"/>
            </a:lvl5pPr>
            <a:lvl6pPr marL="2743200" lvl="5" indent="-228600" algn="l">
              <a:lnSpc>
                <a:spcPct val="83000"/>
              </a:lnSpc>
              <a:spcBef>
                <a:spcPts val="288"/>
              </a:spcBef>
              <a:spcAft>
                <a:spcPts val="0"/>
              </a:spcAft>
              <a:buSzPts val="1400"/>
              <a:buNone/>
              <a:defRPr sz="1800"/>
            </a:lvl6pPr>
            <a:lvl7pPr marL="3200400" lvl="6" indent="-228600" algn="l">
              <a:lnSpc>
                <a:spcPct val="83000"/>
              </a:lnSpc>
              <a:spcBef>
                <a:spcPts val="288"/>
              </a:spcBef>
              <a:spcAft>
                <a:spcPts val="0"/>
              </a:spcAft>
              <a:buSzPts val="1400"/>
              <a:buNone/>
              <a:defRPr sz="1800"/>
            </a:lvl7pPr>
            <a:lvl8pPr marL="3657600" lvl="7" indent="-228600" algn="l">
              <a:lnSpc>
                <a:spcPct val="83000"/>
              </a:lnSpc>
              <a:spcBef>
                <a:spcPts val="288"/>
              </a:spcBef>
              <a:spcAft>
                <a:spcPts val="0"/>
              </a:spcAft>
              <a:buSzPts val="1400"/>
              <a:buNone/>
              <a:defRPr sz="1800"/>
            </a:lvl8pPr>
            <a:lvl9pPr marL="4114800" lvl="8" indent="-228600" algn="l">
              <a:lnSpc>
                <a:spcPct val="83000"/>
              </a:lnSpc>
              <a:spcBef>
                <a:spcPts val="288"/>
              </a:spcBef>
              <a:spcAft>
                <a:spcPts val="0"/>
              </a:spcAft>
              <a:buSzPts val="1400"/>
              <a:buNone/>
              <a:defRPr sz="1800"/>
            </a:lvl9pPr>
          </a:lstStyle>
          <a:p>
            <a:endParaRPr/>
          </a:p>
        </p:txBody>
      </p:sp>
      <p:sp>
        <p:nvSpPr>
          <p:cNvPr id="38" name="Google Shape;38;p6"/>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39" name="Google Shape;39;p6"/>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609600" y="1535113"/>
            <a:ext cx="5386917" cy="639762"/>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38"/>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88"/>
              </a:spcBef>
              <a:spcAft>
                <a:spcPts val="0"/>
              </a:spcAft>
              <a:buSzPts val="1600"/>
              <a:buNone/>
              <a:defRPr sz="1600" b="1"/>
            </a:lvl5pPr>
            <a:lvl6pPr marL="2743200" lvl="5" indent="-228600" algn="l">
              <a:lnSpc>
                <a:spcPct val="83000"/>
              </a:lnSpc>
              <a:spcBef>
                <a:spcPts val="288"/>
              </a:spcBef>
              <a:spcAft>
                <a:spcPts val="0"/>
              </a:spcAft>
              <a:buSzPts val="1600"/>
              <a:buNone/>
              <a:defRPr sz="1600" b="1"/>
            </a:lvl6pPr>
            <a:lvl7pPr marL="3200400" lvl="6" indent="-228600" algn="l">
              <a:lnSpc>
                <a:spcPct val="83000"/>
              </a:lnSpc>
              <a:spcBef>
                <a:spcPts val="288"/>
              </a:spcBef>
              <a:spcAft>
                <a:spcPts val="0"/>
              </a:spcAft>
              <a:buSzPts val="1600"/>
              <a:buNone/>
              <a:defRPr sz="1600" b="1"/>
            </a:lvl7pPr>
            <a:lvl8pPr marL="3657600" lvl="7" indent="-228600" algn="l">
              <a:lnSpc>
                <a:spcPct val="83000"/>
              </a:lnSpc>
              <a:spcBef>
                <a:spcPts val="288"/>
              </a:spcBef>
              <a:spcAft>
                <a:spcPts val="0"/>
              </a:spcAft>
              <a:buSzPts val="1600"/>
              <a:buNone/>
              <a:defRPr sz="1600" b="1"/>
            </a:lvl8pPr>
            <a:lvl9pPr marL="4114800" lvl="8" indent="-228600" algn="l">
              <a:lnSpc>
                <a:spcPct val="83000"/>
              </a:lnSpc>
              <a:spcBef>
                <a:spcPts val="288"/>
              </a:spcBef>
              <a:spcAft>
                <a:spcPts val="0"/>
              </a:spcAft>
              <a:buSzPts val="1600"/>
              <a:buNone/>
              <a:defRPr sz="1600" b="1"/>
            </a:lvl9pPr>
          </a:lstStyle>
          <a:p>
            <a:endParaRPr/>
          </a:p>
        </p:txBody>
      </p:sp>
      <p:sp>
        <p:nvSpPr>
          <p:cNvPr id="43" name="Google Shape;43;p7"/>
          <p:cNvSpPr txBox="1">
            <a:spLocks noGrp="1"/>
          </p:cNvSpPr>
          <p:nvPr>
            <p:ph type="body" idx="2"/>
          </p:nvPr>
        </p:nvSpPr>
        <p:spPr>
          <a:xfrm>
            <a:off x="609600" y="2174875"/>
            <a:ext cx="5386917" cy="3951288"/>
          </a:xfrm>
          <a:prstGeom prst="rect">
            <a:avLst/>
          </a:prstGeom>
          <a:noFill/>
          <a:ln>
            <a:noFill/>
          </a:ln>
        </p:spPr>
        <p:txBody>
          <a:bodyPr spcFirstLastPara="1" wrap="square" lIns="0" tIns="69075" rIns="0" bIns="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38"/>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88"/>
              </a:spcBef>
              <a:spcAft>
                <a:spcPts val="0"/>
              </a:spcAft>
              <a:buSzPts val="1600"/>
              <a:buChar char="»"/>
              <a:defRPr sz="1600"/>
            </a:lvl5pPr>
            <a:lvl6pPr marL="2743200" lvl="5" indent="-228600" algn="l">
              <a:lnSpc>
                <a:spcPct val="83000"/>
              </a:lnSpc>
              <a:spcBef>
                <a:spcPts val="288"/>
              </a:spcBef>
              <a:spcAft>
                <a:spcPts val="0"/>
              </a:spcAft>
              <a:buSzPts val="1400"/>
              <a:buNone/>
              <a:defRPr sz="1600"/>
            </a:lvl6pPr>
            <a:lvl7pPr marL="3200400" lvl="6" indent="-228600" algn="l">
              <a:lnSpc>
                <a:spcPct val="83000"/>
              </a:lnSpc>
              <a:spcBef>
                <a:spcPts val="288"/>
              </a:spcBef>
              <a:spcAft>
                <a:spcPts val="0"/>
              </a:spcAft>
              <a:buSzPts val="1400"/>
              <a:buNone/>
              <a:defRPr sz="1600"/>
            </a:lvl7pPr>
            <a:lvl8pPr marL="3657600" lvl="7" indent="-228600" algn="l">
              <a:lnSpc>
                <a:spcPct val="83000"/>
              </a:lnSpc>
              <a:spcBef>
                <a:spcPts val="288"/>
              </a:spcBef>
              <a:spcAft>
                <a:spcPts val="0"/>
              </a:spcAft>
              <a:buSzPts val="1400"/>
              <a:buNone/>
              <a:defRPr sz="1600"/>
            </a:lvl8pPr>
            <a:lvl9pPr marL="4114800" lvl="8" indent="-228600" algn="l">
              <a:lnSpc>
                <a:spcPct val="83000"/>
              </a:lnSpc>
              <a:spcBef>
                <a:spcPts val="288"/>
              </a:spcBef>
              <a:spcAft>
                <a:spcPts val="0"/>
              </a:spcAft>
              <a:buSzPts val="1400"/>
              <a:buNone/>
              <a:defRPr sz="1600"/>
            </a:lvl9pPr>
          </a:lstStyle>
          <a:p>
            <a:endParaRPr/>
          </a:p>
        </p:txBody>
      </p:sp>
      <p:sp>
        <p:nvSpPr>
          <p:cNvPr id="44" name="Google Shape;44;p7"/>
          <p:cNvSpPr txBox="1">
            <a:spLocks noGrp="1"/>
          </p:cNvSpPr>
          <p:nvPr>
            <p:ph type="body" idx="3"/>
          </p:nvPr>
        </p:nvSpPr>
        <p:spPr>
          <a:xfrm>
            <a:off x="6193368" y="1535113"/>
            <a:ext cx="5389033" cy="639762"/>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38"/>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88"/>
              </a:spcBef>
              <a:spcAft>
                <a:spcPts val="0"/>
              </a:spcAft>
              <a:buSzPts val="1600"/>
              <a:buNone/>
              <a:defRPr sz="1600" b="1"/>
            </a:lvl5pPr>
            <a:lvl6pPr marL="2743200" lvl="5" indent="-228600" algn="l">
              <a:lnSpc>
                <a:spcPct val="83000"/>
              </a:lnSpc>
              <a:spcBef>
                <a:spcPts val="288"/>
              </a:spcBef>
              <a:spcAft>
                <a:spcPts val="0"/>
              </a:spcAft>
              <a:buSzPts val="1600"/>
              <a:buNone/>
              <a:defRPr sz="1600" b="1"/>
            </a:lvl6pPr>
            <a:lvl7pPr marL="3200400" lvl="6" indent="-228600" algn="l">
              <a:lnSpc>
                <a:spcPct val="83000"/>
              </a:lnSpc>
              <a:spcBef>
                <a:spcPts val="288"/>
              </a:spcBef>
              <a:spcAft>
                <a:spcPts val="0"/>
              </a:spcAft>
              <a:buSzPts val="1600"/>
              <a:buNone/>
              <a:defRPr sz="1600" b="1"/>
            </a:lvl7pPr>
            <a:lvl8pPr marL="3657600" lvl="7" indent="-228600" algn="l">
              <a:lnSpc>
                <a:spcPct val="83000"/>
              </a:lnSpc>
              <a:spcBef>
                <a:spcPts val="288"/>
              </a:spcBef>
              <a:spcAft>
                <a:spcPts val="0"/>
              </a:spcAft>
              <a:buSzPts val="1600"/>
              <a:buNone/>
              <a:defRPr sz="1600" b="1"/>
            </a:lvl8pPr>
            <a:lvl9pPr marL="4114800" lvl="8" indent="-228600" algn="l">
              <a:lnSpc>
                <a:spcPct val="83000"/>
              </a:lnSpc>
              <a:spcBef>
                <a:spcPts val="288"/>
              </a:spcBef>
              <a:spcAft>
                <a:spcPts val="0"/>
              </a:spcAft>
              <a:buSzPts val="1600"/>
              <a:buNone/>
              <a:defRPr sz="1600" b="1"/>
            </a:lvl9pPr>
          </a:lstStyle>
          <a:p>
            <a:endParaRPr/>
          </a:p>
        </p:txBody>
      </p:sp>
      <p:sp>
        <p:nvSpPr>
          <p:cNvPr id="45" name="Google Shape;45;p7"/>
          <p:cNvSpPr txBox="1">
            <a:spLocks noGrp="1"/>
          </p:cNvSpPr>
          <p:nvPr>
            <p:ph type="body" idx="4"/>
          </p:nvPr>
        </p:nvSpPr>
        <p:spPr>
          <a:xfrm>
            <a:off x="6193368" y="2174875"/>
            <a:ext cx="5389033" cy="3951288"/>
          </a:xfrm>
          <a:prstGeom prst="rect">
            <a:avLst/>
          </a:prstGeom>
          <a:noFill/>
          <a:ln>
            <a:noFill/>
          </a:ln>
        </p:spPr>
        <p:txBody>
          <a:bodyPr spcFirstLastPara="1" wrap="square" lIns="0" tIns="69075" rIns="0" bIns="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38"/>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88"/>
              </a:spcBef>
              <a:spcAft>
                <a:spcPts val="0"/>
              </a:spcAft>
              <a:buSzPts val="1600"/>
              <a:buChar char="»"/>
              <a:defRPr sz="1600"/>
            </a:lvl5pPr>
            <a:lvl6pPr marL="2743200" lvl="5" indent="-228600" algn="l">
              <a:lnSpc>
                <a:spcPct val="83000"/>
              </a:lnSpc>
              <a:spcBef>
                <a:spcPts val="288"/>
              </a:spcBef>
              <a:spcAft>
                <a:spcPts val="0"/>
              </a:spcAft>
              <a:buSzPts val="1400"/>
              <a:buNone/>
              <a:defRPr sz="1600"/>
            </a:lvl6pPr>
            <a:lvl7pPr marL="3200400" lvl="6" indent="-228600" algn="l">
              <a:lnSpc>
                <a:spcPct val="83000"/>
              </a:lnSpc>
              <a:spcBef>
                <a:spcPts val="288"/>
              </a:spcBef>
              <a:spcAft>
                <a:spcPts val="0"/>
              </a:spcAft>
              <a:buSzPts val="1400"/>
              <a:buNone/>
              <a:defRPr sz="1600"/>
            </a:lvl7pPr>
            <a:lvl8pPr marL="3657600" lvl="7" indent="-228600" algn="l">
              <a:lnSpc>
                <a:spcPct val="83000"/>
              </a:lnSpc>
              <a:spcBef>
                <a:spcPts val="288"/>
              </a:spcBef>
              <a:spcAft>
                <a:spcPts val="0"/>
              </a:spcAft>
              <a:buSzPts val="1400"/>
              <a:buNone/>
              <a:defRPr sz="1600"/>
            </a:lvl8pPr>
            <a:lvl9pPr marL="4114800" lvl="8" indent="-228600" algn="l">
              <a:lnSpc>
                <a:spcPct val="83000"/>
              </a:lnSpc>
              <a:spcBef>
                <a:spcPts val="288"/>
              </a:spcBef>
              <a:spcAft>
                <a:spcPts val="0"/>
              </a:spcAft>
              <a:buSzPts val="1400"/>
              <a:buNone/>
              <a:defRPr sz="1600"/>
            </a:lvl9pPr>
          </a:lstStyle>
          <a:p>
            <a:endParaRPr/>
          </a:p>
        </p:txBody>
      </p:sp>
      <p:sp>
        <p:nvSpPr>
          <p:cNvPr id="46" name="Google Shape;46;p7"/>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47" name="Google Shape;47;p7"/>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50" name="Google Shape;50;p8"/>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51" name="Google Shape;51;p8"/>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9"/>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54" name="Google Shape;54;p9"/>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57" name="Google Shape;57;p10"/>
          <p:cNvSpPr txBox="1">
            <a:spLocks noGrp="1"/>
          </p:cNvSpPr>
          <p:nvPr>
            <p:ph type="body" idx="1"/>
          </p:nvPr>
        </p:nvSpPr>
        <p:spPr>
          <a:xfrm>
            <a:off x="4766733" y="273051"/>
            <a:ext cx="6815667" cy="5853113"/>
          </a:xfrm>
          <a:prstGeom prst="rect">
            <a:avLst/>
          </a:prstGeom>
          <a:noFill/>
          <a:ln>
            <a:noFill/>
          </a:ln>
        </p:spPr>
        <p:txBody>
          <a:bodyPr spcFirstLastPara="1" wrap="square" lIns="0" tIns="69075" rIns="0" bIns="0" anchor="t" anchorCtr="0">
            <a:noAutofit/>
          </a:bodyPr>
          <a:lstStyle>
            <a:lvl1pPr marL="457200" lvl="0" indent="-431800" algn="l">
              <a:lnSpc>
                <a:spcPct val="83000"/>
              </a:lnSpc>
              <a:spcBef>
                <a:spcPts val="1425"/>
              </a:spcBef>
              <a:spcAft>
                <a:spcPts val="0"/>
              </a:spcAft>
              <a:buSzPts val="3200"/>
              <a:buChar char="•"/>
              <a:defRPr sz="3200"/>
            </a:lvl1pPr>
            <a:lvl2pPr marL="914400" lvl="1" indent="-406400" algn="l">
              <a:lnSpc>
                <a:spcPct val="83000"/>
              </a:lnSpc>
              <a:spcBef>
                <a:spcPts val="1138"/>
              </a:spcBef>
              <a:spcAft>
                <a:spcPts val="0"/>
              </a:spcAft>
              <a:buSzPts val="2800"/>
              <a:buChar char="–"/>
              <a:defRPr sz="2800"/>
            </a:lvl2pPr>
            <a:lvl3pPr marL="1371600" lvl="2" indent="-381000" algn="l">
              <a:lnSpc>
                <a:spcPct val="83000"/>
              </a:lnSpc>
              <a:spcBef>
                <a:spcPts val="850"/>
              </a:spcBef>
              <a:spcAft>
                <a:spcPts val="0"/>
              </a:spcAft>
              <a:buSzPts val="2400"/>
              <a:buChar char="•"/>
              <a:defRPr sz="2400"/>
            </a:lvl3pPr>
            <a:lvl4pPr marL="1828800" lvl="3" indent="-355600" algn="l">
              <a:lnSpc>
                <a:spcPct val="83000"/>
              </a:lnSpc>
              <a:spcBef>
                <a:spcPts val="575"/>
              </a:spcBef>
              <a:spcAft>
                <a:spcPts val="0"/>
              </a:spcAft>
              <a:buSzPts val="2000"/>
              <a:buChar char="–"/>
              <a:defRPr sz="2000"/>
            </a:lvl4pPr>
            <a:lvl5pPr marL="2286000" lvl="4" indent="-355600" algn="l">
              <a:lnSpc>
                <a:spcPct val="83000"/>
              </a:lnSpc>
              <a:spcBef>
                <a:spcPts val="288"/>
              </a:spcBef>
              <a:spcAft>
                <a:spcPts val="0"/>
              </a:spcAft>
              <a:buSzPts val="2000"/>
              <a:buChar char="»"/>
              <a:defRPr sz="2000"/>
            </a:lvl5pPr>
            <a:lvl6pPr marL="2743200" lvl="5" indent="-228600" algn="l">
              <a:lnSpc>
                <a:spcPct val="83000"/>
              </a:lnSpc>
              <a:spcBef>
                <a:spcPts val="288"/>
              </a:spcBef>
              <a:spcAft>
                <a:spcPts val="0"/>
              </a:spcAft>
              <a:buSzPts val="1400"/>
              <a:buNone/>
              <a:defRPr sz="2000"/>
            </a:lvl6pPr>
            <a:lvl7pPr marL="3200400" lvl="6" indent="-228600" algn="l">
              <a:lnSpc>
                <a:spcPct val="83000"/>
              </a:lnSpc>
              <a:spcBef>
                <a:spcPts val="288"/>
              </a:spcBef>
              <a:spcAft>
                <a:spcPts val="0"/>
              </a:spcAft>
              <a:buSzPts val="1400"/>
              <a:buNone/>
              <a:defRPr sz="2000"/>
            </a:lvl7pPr>
            <a:lvl8pPr marL="3657600" lvl="7" indent="-228600" algn="l">
              <a:lnSpc>
                <a:spcPct val="83000"/>
              </a:lnSpc>
              <a:spcBef>
                <a:spcPts val="288"/>
              </a:spcBef>
              <a:spcAft>
                <a:spcPts val="0"/>
              </a:spcAft>
              <a:buSzPts val="1400"/>
              <a:buNone/>
              <a:defRPr sz="2000"/>
            </a:lvl8pPr>
            <a:lvl9pPr marL="4114800" lvl="8" indent="-228600" algn="l">
              <a:lnSpc>
                <a:spcPct val="83000"/>
              </a:lnSpc>
              <a:spcBef>
                <a:spcPts val="288"/>
              </a:spcBef>
              <a:spcAft>
                <a:spcPts val="0"/>
              </a:spcAft>
              <a:buSzPts val="1400"/>
              <a:buNone/>
              <a:defRPr sz="2000"/>
            </a:lvl9pPr>
          </a:lstStyle>
          <a:p>
            <a:endParaRPr/>
          </a:p>
        </p:txBody>
      </p:sp>
      <p:sp>
        <p:nvSpPr>
          <p:cNvPr id="58" name="Google Shape;58;p10"/>
          <p:cNvSpPr txBox="1">
            <a:spLocks noGrp="1"/>
          </p:cNvSpPr>
          <p:nvPr>
            <p:ph type="body" idx="2"/>
          </p:nvPr>
        </p:nvSpPr>
        <p:spPr>
          <a:xfrm>
            <a:off x="609601" y="1435101"/>
            <a:ext cx="4011084" cy="4691063"/>
          </a:xfrm>
          <a:prstGeom prst="rect">
            <a:avLst/>
          </a:prstGeom>
          <a:noFill/>
          <a:ln>
            <a:noFill/>
          </a:ln>
        </p:spPr>
        <p:txBody>
          <a:bodyPr spcFirstLastPara="1" wrap="square" lIns="0" tIns="69075" rIns="0" bIns="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38"/>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88"/>
              </a:spcBef>
              <a:spcAft>
                <a:spcPts val="0"/>
              </a:spcAft>
              <a:buSzPts val="900"/>
              <a:buNone/>
              <a:defRPr sz="900"/>
            </a:lvl5pPr>
            <a:lvl6pPr marL="2743200" lvl="5" indent="-228600" algn="l">
              <a:lnSpc>
                <a:spcPct val="83000"/>
              </a:lnSpc>
              <a:spcBef>
                <a:spcPts val="288"/>
              </a:spcBef>
              <a:spcAft>
                <a:spcPts val="0"/>
              </a:spcAft>
              <a:buSzPts val="900"/>
              <a:buNone/>
              <a:defRPr sz="900"/>
            </a:lvl6pPr>
            <a:lvl7pPr marL="3200400" lvl="6" indent="-228600" algn="l">
              <a:lnSpc>
                <a:spcPct val="83000"/>
              </a:lnSpc>
              <a:spcBef>
                <a:spcPts val="288"/>
              </a:spcBef>
              <a:spcAft>
                <a:spcPts val="0"/>
              </a:spcAft>
              <a:buSzPts val="900"/>
              <a:buNone/>
              <a:defRPr sz="900"/>
            </a:lvl7pPr>
            <a:lvl8pPr marL="3657600" lvl="7" indent="-228600" algn="l">
              <a:lnSpc>
                <a:spcPct val="83000"/>
              </a:lnSpc>
              <a:spcBef>
                <a:spcPts val="288"/>
              </a:spcBef>
              <a:spcAft>
                <a:spcPts val="0"/>
              </a:spcAft>
              <a:buSzPts val="900"/>
              <a:buNone/>
              <a:defRPr sz="900"/>
            </a:lvl8pPr>
            <a:lvl9pPr marL="4114800" lvl="8" indent="-228600" algn="l">
              <a:lnSpc>
                <a:spcPct val="83000"/>
              </a:lnSpc>
              <a:spcBef>
                <a:spcPts val="288"/>
              </a:spcBef>
              <a:spcAft>
                <a:spcPts val="0"/>
              </a:spcAft>
              <a:buSzPts val="900"/>
              <a:buNone/>
              <a:defRPr sz="900"/>
            </a:lvl9pPr>
          </a:lstStyle>
          <a:p>
            <a:endParaRPr/>
          </a:p>
        </p:txBody>
      </p:sp>
      <p:sp>
        <p:nvSpPr>
          <p:cNvPr id="59" name="Google Shape;59;p10"/>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60" name="Google Shape;60;p10"/>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2389717" y="612775"/>
            <a:ext cx="7315200" cy="4114800"/>
          </a:xfrm>
          <a:prstGeom prst="rect">
            <a:avLst/>
          </a:prstGeom>
          <a:noFill/>
          <a:ln>
            <a:noFill/>
          </a:ln>
        </p:spPr>
      </p:sp>
      <p:sp>
        <p:nvSpPr>
          <p:cNvPr id="64" name="Google Shape;64;p11"/>
          <p:cNvSpPr txBox="1">
            <a:spLocks noGrp="1"/>
          </p:cNvSpPr>
          <p:nvPr>
            <p:ph type="body" idx="1"/>
          </p:nvPr>
        </p:nvSpPr>
        <p:spPr>
          <a:xfrm>
            <a:off x="2389717" y="5367338"/>
            <a:ext cx="7315200" cy="804862"/>
          </a:xfrm>
          <a:prstGeom prst="rect">
            <a:avLst/>
          </a:prstGeom>
          <a:noFill/>
          <a:ln>
            <a:noFill/>
          </a:ln>
        </p:spPr>
        <p:txBody>
          <a:bodyPr spcFirstLastPara="1" wrap="square" lIns="0" tIns="69075" rIns="0" bIns="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38"/>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88"/>
              </a:spcBef>
              <a:spcAft>
                <a:spcPts val="0"/>
              </a:spcAft>
              <a:buSzPts val="900"/>
              <a:buNone/>
              <a:defRPr sz="900"/>
            </a:lvl5pPr>
            <a:lvl6pPr marL="2743200" lvl="5" indent="-228600" algn="l">
              <a:lnSpc>
                <a:spcPct val="83000"/>
              </a:lnSpc>
              <a:spcBef>
                <a:spcPts val="288"/>
              </a:spcBef>
              <a:spcAft>
                <a:spcPts val="0"/>
              </a:spcAft>
              <a:buSzPts val="900"/>
              <a:buNone/>
              <a:defRPr sz="900"/>
            </a:lvl6pPr>
            <a:lvl7pPr marL="3200400" lvl="6" indent="-228600" algn="l">
              <a:lnSpc>
                <a:spcPct val="83000"/>
              </a:lnSpc>
              <a:spcBef>
                <a:spcPts val="288"/>
              </a:spcBef>
              <a:spcAft>
                <a:spcPts val="0"/>
              </a:spcAft>
              <a:buSzPts val="900"/>
              <a:buNone/>
              <a:defRPr sz="900"/>
            </a:lvl7pPr>
            <a:lvl8pPr marL="3657600" lvl="7" indent="-228600" algn="l">
              <a:lnSpc>
                <a:spcPct val="83000"/>
              </a:lnSpc>
              <a:spcBef>
                <a:spcPts val="288"/>
              </a:spcBef>
              <a:spcAft>
                <a:spcPts val="0"/>
              </a:spcAft>
              <a:buSzPts val="900"/>
              <a:buNone/>
              <a:defRPr sz="900"/>
            </a:lvl8pPr>
            <a:lvl9pPr marL="4114800" lvl="8" indent="-228600" algn="l">
              <a:lnSpc>
                <a:spcPct val="83000"/>
              </a:lnSpc>
              <a:spcBef>
                <a:spcPts val="288"/>
              </a:spcBef>
              <a:spcAft>
                <a:spcPts val="0"/>
              </a:spcAft>
              <a:buSzPts val="900"/>
              <a:buNone/>
              <a:defRPr sz="900"/>
            </a:lvl9pPr>
          </a:lstStyle>
          <a:p>
            <a:endParaRPr/>
          </a:p>
        </p:txBody>
      </p:sp>
      <p:sp>
        <p:nvSpPr>
          <p:cNvPr id="65" name="Google Shape;65;p1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66" name="Google Shape;66;p1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7"/>
        <p:cNvGrpSpPr/>
        <p:nvPr/>
      </p:nvGrpSpPr>
      <p:grpSpPr>
        <a:xfrm>
          <a:off x="0" y="0"/>
          <a:ext cx="0" cy="0"/>
          <a:chOff x="0" y="0"/>
          <a:chExt cx="0" cy="0"/>
        </a:xfrm>
      </p:grpSpPr>
      <p:sp>
        <p:nvSpPr>
          <p:cNvPr id="68" name="Google Shape;68;p12"/>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69" name="Google Shape;69;p12"/>
          <p:cNvSpPr txBox="1">
            <a:spLocks noGrp="1"/>
          </p:cNvSpPr>
          <p:nvPr>
            <p:ph type="body" idx="1"/>
          </p:nvPr>
        </p:nvSpPr>
        <p:spPr>
          <a:xfrm rot="5400000">
            <a:off x="4107657" y="-1893094"/>
            <a:ext cx="3975100" cy="10971213"/>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38"/>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88"/>
              </a:spcBef>
              <a:spcAft>
                <a:spcPts val="0"/>
              </a:spcAft>
              <a:buSzPts val="1800"/>
              <a:buChar char="»"/>
              <a:defRPr/>
            </a:lvl5pPr>
            <a:lvl6pPr marL="2743200" lvl="5" indent="-228600" algn="l">
              <a:lnSpc>
                <a:spcPct val="83000"/>
              </a:lnSpc>
              <a:spcBef>
                <a:spcPts val="288"/>
              </a:spcBef>
              <a:spcAft>
                <a:spcPts val="0"/>
              </a:spcAft>
              <a:buSzPts val="1400"/>
              <a:buNone/>
              <a:defRPr/>
            </a:lvl6pPr>
            <a:lvl7pPr marL="3200400" lvl="6" indent="-228600" algn="l">
              <a:lnSpc>
                <a:spcPct val="83000"/>
              </a:lnSpc>
              <a:spcBef>
                <a:spcPts val="288"/>
              </a:spcBef>
              <a:spcAft>
                <a:spcPts val="0"/>
              </a:spcAft>
              <a:buSzPts val="1400"/>
              <a:buNone/>
              <a:defRPr/>
            </a:lvl7pPr>
            <a:lvl8pPr marL="3657600" lvl="7" indent="-228600" algn="l">
              <a:lnSpc>
                <a:spcPct val="83000"/>
              </a:lnSpc>
              <a:spcBef>
                <a:spcPts val="288"/>
              </a:spcBef>
              <a:spcAft>
                <a:spcPts val="0"/>
              </a:spcAft>
              <a:buSzPts val="1400"/>
              <a:buNone/>
              <a:defRPr/>
            </a:lvl8pPr>
            <a:lvl9pPr marL="4114800" lvl="8" indent="-228600" algn="l">
              <a:lnSpc>
                <a:spcPct val="83000"/>
              </a:lnSpc>
              <a:spcBef>
                <a:spcPts val="288"/>
              </a:spcBef>
              <a:spcAft>
                <a:spcPts val="0"/>
              </a:spcAft>
              <a:buSzPts val="1400"/>
              <a:buNone/>
              <a:defRPr/>
            </a:lvl9pPr>
          </a:lstStyle>
          <a:p>
            <a:endParaRPr/>
          </a:p>
        </p:txBody>
      </p:sp>
      <p:sp>
        <p:nvSpPr>
          <p:cNvPr id="70" name="Google Shape;70;p1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71" name="Google Shape;71;p1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13"/>
          <p:cNvSpPr txBox="1">
            <a:spLocks noGrp="1"/>
          </p:cNvSpPr>
          <p:nvPr>
            <p:ph type="title"/>
          </p:nvPr>
        </p:nvSpPr>
        <p:spPr>
          <a:xfrm rot="5400000">
            <a:off x="8222193" y="2221971"/>
            <a:ext cx="3975100" cy="2741084"/>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74" name="Google Shape;74;p13"/>
          <p:cNvSpPr txBox="1">
            <a:spLocks noGrp="1"/>
          </p:cNvSpPr>
          <p:nvPr>
            <p:ph type="body" idx="1"/>
          </p:nvPr>
        </p:nvSpPr>
        <p:spPr>
          <a:xfrm rot="5400000">
            <a:off x="2635250" y="-420687"/>
            <a:ext cx="3975100" cy="8026400"/>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38"/>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88"/>
              </a:spcBef>
              <a:spcAft>
                <a:spcPts val="0"/>
              </a:spcAft>
              <a:buSzPts val="1800"/>
              <a:buChar char="»"/>
              <a:defRPr/>
            </a:lvl5pPr>
            <a:lvl6pPr marL="2743200" lvl="5" indent="-228600" algn="l">
              <a:lnSpc>
                <a:spcPct val="83000"/>
              </a:lnSpc>
              <a:spcBef>
                <a:spcPts val="288"/>
              </a:spcBef>
              <a:spcAft>
                <a:spcPts val="0"/>
              </a:spcAft>
              <a:buSzPts val="1400"/>
              <a:buNone/>
              <a:defRPr/>
            </a:lvl6pPr>
            <a:lvl7pPr marL="3200400" lvl="6" indent="-228600" algn="l">
              <a:lnSpc>
                <a:spcPct val="83000"/>
              </a:lnSpc>
              <a:spcBef>
                <a:spcPts val="288"/>
              </a:spcBef>
              <a:spcAft>
                <a:spcPts val="0"/>
              </a:spcAft>
              <a:buSzPts val="1400"/>
              <a:buNone/>
              <a:defRPr/>
            </a:lvl7pPr>
            <a:lvl8pPr marL="3657600" lvl="7" indent="-228600" algn="l">
              <a:lnSpc>
                <a:spcPct val="83000"/>
              </a:lnSpc>
              <a:spcBef>
                <a:spcPts val="288"/>
              </a:spcBef>
              <a:spcAft>
                <a:spcPts val="0"/>
              </a:spcAft>
              <a:buSzPts val="1400"/>
              <a:buNone/>
              <a:defRPr/>
            </a:lvl8pPr>
            <a:lvl9pPr marL="4114800" lvl="8" indent="-228600" algn="l">
              <a:lnSpc>
                <a:spcPct val="83000"/>
              </a:lnSpc>
              <a:spcBef>
                <a:spcPts val="288"/>
              </a:spcBef>
              <a:spcAft>
                <a:spcPts val="0"/>
              </a:spcAft>
              <a:buSzPts val="1400"/>
              <a:buNone/>
              <a:defRPr/>
            </a:lvl9pPr>
          </a:lstStyle>
          <a:p>
            <a:endParaRPr/>
          </a:p>
        </p:txBody>
      </p:sp>
      <p:sp>
        <p:nvSpPr>
          <p:cNvPr id="75" name="Google Shape;75;p13"/>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76" name="Google Shape;76;p13"/>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85" name="Google Shape;85;p15"/>
          <p:cNvSpPr txBox="1">
            <a:spLocks noGrp="1"/>
          </p:cNvSpPr>
          <p:nvPr>
            <p:ph type="body" idx="1"/>
          </p:nvPr>
        </p:nvSpPr>
        <p:spPr>
          <a:xfrm>
            <a:off x="609600" y="1600200"/>
            <a:ext cx="10971213" cy="4524375"/>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38"/>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88"/>
              </a:spcBef>
              <a:spcAft>
                <a:spcPts val="0"/>
              </a:spcAft>
              <a:buSzPts val="1800"/>
              <a:buChar char="»"/>
              <a:defRPr/>
            </a:lvl5pPr>
            <a:lvl6pPr marL="2743200" lvl="5" indent="-228600" algn="l">
              <a:lnSpc>
                <a:spcPct val="83000"/>
              </a:lnSpc>
              <a:spcBef>
                <a:spcPts val="288"/>
              </a:spcBef>
              <a:spcAft>
                <a:spcPts val="0"/>
              </a:spcAft>
              <a:buSzPts val="1400"/>
              <a:buNone/>
              <a:defRPr/>
            </a:lvl6pPr>
            <a:lvl7pPr marL="3200400" lvl="6" indent="-228600" algn="l">
              <a:lnSpc>
                <a:spcPct val="83000"/>
              </a:lnSpc>
              <a:spcBef>
                <a:spcPts val="288"/>
              </a:spcBef>
              <a:spcAft>
                <a:spcPts val="0"/>
              </a:spcAft>
              <a:buSzPts val="1400"/>
              <a:buNone/>
              <a:defRPr/>
            </a:lvl7pPr>
            <a:lvl8pPr marL="3657600" lvl="7" indent="-228600" algn="l">
              <a:lnSpc>
                <a:spcPct val="83000"/>
              </a:lnSpc>
              <a:spcBef>
                <a:spcPts val="288"/>
              </a:spcBef>
              <a:spcAft>
                <a:spcPts val="0"/>
              </a:spcAft>
              <a:buSzPts val="1400"/>
              <a:buNone/>
              <a:defRPr/>
            </a:lvl8pPr>
            <a:lvl9pPr marL="4114800" lvl="8" indent="-228600" algn="l">
              <a:lnSpc>
                <a:spcPct val="83000"/>
              </a:lnSpc>
              <a:spcBef>
                <a:spcPts val="288"/>
              </a:spcBef>
              <a:spcAft>
                <a:spcPts val="0"/>
              </a:spcAft>
              <a:buSzPts val="1400"/>
              <a:buNone/>
              <a:defRPr/>
            </a:lvl9pPr>
          </a:lstStyle>
          <a:p>
            <a:endParaRPr/>
          </a:p>
        </p:txBody>
      </p:sp>
      <p:sp>
        <p:nvSpPr>
          <p:cNvPr id="86" name="Google Shape;86;p1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87" name="Google Shape;87;p1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8"/>
        <p:cNvGrpSpPr/>
        <p:nvPr/>
      </p:nvGrpSpPr>
      <p:grpSpPr>
        <a:xfrm>
          <a:off x="0" y="0"/>
          <a:ext cx="0" cy="0"/>
          <a:chOff x="0" y="0"/>
          <a:chExt cx="0" cy="0"/>
        </a:xfrm>
      </p:grpSpPr>
      <p:sp>
        <p:nvSpPr>
          <p:cNvPr id="89" name="Google Shape;89;p16"/>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90" name="Google Shape;90;p16"/>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lnSpc>
                <a:spcPct val="83000"/>
              </a:lnSpc>
              <a:spcBef>
                <a:spcPts val="1425"/>
              </a:spcBef>
              <a:spcAft>
                <a:spcPts val="0"/>
              </a:spcAft>
              <a:buSzPts val="3200"/>
              <a:buNone/>
              <a:defRPr/>
            </a:lvl1pPr>
            <a:lvl2pPr lvl="1" algn="ctr">
              <a:lnSpc>
                <a:spcPct val="83000"/>
              </a:lnSpc>
              <a:spcBef>
                <a:spcPts val="1138"/>
              </a:spcBef>
              <a:spcAft>
                <a:spcPts val="0"/>
              </a:spcAft>
              <a:buSzPts val="2400"/>
              <a:buNone/>
              <a:defRPr/>
            </a:lvl2pPr>
            <a:lvl3pPr lvl="2" algn="ctr">
              <a:lnSpc>
                <a:spcPct val="83000"/>
              </a:lnSpc>
              <a:spcBef>
                <a:spcPts val="850"/>
              </a:spcBef>
              <a:spcAft>
                <a:spcPts val="0"/>
              </a:spcAft>
              <a:buSzPts val="2000"/>
              <a:buNone/>
              <a:defRPr/>
            </a:lvl3pPr>
            <a:lvl4pPr lvl="3" algn="ctr">
              <a:lnSpc>
                <a:spcPct val="83000"/>
              </a:lnSpc>
              <a:spcBef>
                <a:spcPts val="575"/>
              </a:spcBef>
              <a:spcAft>
                <a:spcPts val="0"/>
              </a:spcAft>
              <a:buSzPts val="2000"/>
              <a:buNone/>
              <a:defRPr/>
            </a:lvl4pPr>
            <a:lvl5pPr lvl="4" algn="ctr">
              <a:lnSpc>
                <a:spcPct val="83000"/>
              </a:lnSpc>
              <a:spcBef>
                <a:spcPts val="288"/>
              </a:spcBef>
              <a:spcAft>
                <a:spcPts val="0"/>
              </a:spcAft>
              <a:buSzPts val="2000"/>
              <a:buNone/>
              <a:defRPr/>
            </a:lvl5pPr>
            <a:lvl6pPr lvl="5" algn="ctr">
              <a:lnSpc>
                <a:spcPct val="83000"/>
              </a:lnSpc>
              <a:spcBef>
                <a:spcPts val="288"/>
              </a:spcBef>
              <a:spcAft>
                <a:spcPts val="0"/>
              </a:spcAft>
              <a:buSzPts val="2000"/>
              <a:buNone/>
              <a:defRPr/>
            </a:lvl6pPr>
            <a:lvl7pPr lvl="6" algn="ctr">
              <a:lnSpc>
                <a:spcPct val="83000"/>
              </a:lnSpc>
              <a:spcBef>
                <a:spcPts val="288"/>
              </a:spcBef>
              <a:spcAft>
                <a:spcPts val="0"/>
              </a:spcAft>
              <a:buSzPts val="2000"/>
              <a:buNone/>
              <a:defRPr/>
            </a:lvl7pPr>
            <a:lvl8pPr lvl="7" algn="ctr">
              <a:lnSpc>
                <a:spcPct val="83000"/>
              </a:lnSpc>
              <a:spcBef>
                <a:spcPts val="288"/>
              </a:spcBef>
              <a:spcAft>
                <a:spcPts val="0"/>
              </a:spcAft>
              <a:buSzPts val="2000"/>
              <a:buNone/>
              <a:defRPr/>
            </a:lvl8pPr>
            <a:lvl9pPr lvl="8" algn="ctr">
              <a:lnSpc>
                <a:spcPct val="83000"/>
              </a:lnSpc>
              <a:spcBef>
                <a:spcPts val="288"/>
              </a:spcBef>
              <a:spcAft>
                <a:spcPts val="0"/>
              </a:spcAft>
              <a:buSzPts val="2000"/>
              <a:buNone/>
              <a:defRPr/>
            </a:lvl9pPr>
          </a:lstStyle>
          <a:p>
            <a:endParaRPr/>
          </a:p>
        </p:txBody>
      </p:sp>
      <p:sp>
        <p:nvSpPr>
          <p:cNvPr id="91" name="Google Shape;91;p16"/>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92" name="Google Shape;92;p16"/>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lnSpc>
                <a:spcPct val="83000"/>
              </a:lnSpc>
              <a:spcBef>
                <a:spcPts val="0"/>
              </a:spcBef>
              <a:spcAft>
                <a:spcPts val="0"/>
              </a:spcAft>
              <a:buSzPts val="1400"/>
              <a:buNone/>
              <a:defRPr sz="4000" b="1" cap="none"/>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95" name="Google Shape;95;p17"/>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83000"/>
              </a:lnSpc>
              <a:spcBef>
                <a:spcPts val="1425"/>
              </a:spcBef>
              <a:spcAft>
                <a:spcPts val="0"/>
              </a:spcAft>
              <a:buSzPts val="2000"/>
              <a:buNone/>
              <a:defRPr sz="2000"/>
            </a:lvl1pPr>
            <a:lvl2pPr marL="914400" lvl="1" indent="-228600" algn="l">
              <a:lnSpc>
                <a:spcPct val="83000"/>
              </a:lnSpc>
              <a:spcBef>
                <a:spcPts val="1138"/>
              </a:spcBef>
              <a:spcAft>
                <a:spcPts val="0"/>
              </a:spcAft>
              <a:buSzPts val="1800"/>
              <a:buNone/>
              <a:defRPr sz="1800"/>
            </a:lvl2pPr>
            <a:lvl3pPr marL="1371600" lvl="2" indent="-228600" algn="l">
              <a:lnSpc>
                <a:spcPct val="83000"/>
              </a:lnSpc>
              <a:spcBef>
                <a:spcPts val="850"/>
              </a:spcBef>
              <a:spcAft>
                <a:spcPts val="0"/>
              </a:spcAft>
              <a:buSzPts val="1600"/>
              <a:buNone/>
              <a:defRPr sz="1600"/>
            </a:lvl3pPr>
            <a:lvl4pPr marL="1828800" lvl="3" indent="-228600" algn="l">
              <a:lnSpc>
                <a:spcPct val="83000"/>
              </a:lnSpc>
              <a:spcBef>
                <a:spcPts val="575"/>
              </a:spcBef>
              <a:spcAft>
                <a:spcPts val="0"/>
              </a:spcAft>
              <a:buSzPts val="1400"/>
              <a:buNone/>
              <a:defRPr sz="1400"/>
            </a:lvl4pPr>
            <a:lvl5pPr marL="2286000" lvl="4" indent="-228600" algn="l">
              <a:lnSpc>
                <a:spcPct val="83000"/>
              </a:lnSpc>
              <a:spcBef>
                <a:spcPts val="288"/>
              </a:spcBef>
              <a:spcAft>
                <a:spcPts val="0"/>
              </a:spcAft>
              <a:buSzPts val="1400"/>
              <a:buNone/>
              <a:defRPr sz="1400"/>
            </a:lvl5pPr>
            <a:lvl6pPr marL="2743200" lvl="5" indent="-228600" algn="l">
              <a:lnSpc>
                <a:spcPct val="83000"/>
              </a:lnSpc>
              <a:spcBef>
                <a:spcPts val="288"/>
              </a:spcBef>
              <a:spcAft>
                <a:spcPts val="0"/>
              </a:spcAft>
              <a:buSzPts val="1400"/>
              <a:buNone/>
              <a:defRPr sz="1400"/>
            </a:lvl6pPr>
            <a:lvl7pPr marL="3200400" lvl="6" indent="-228600" algn="l">
              <a:lnSpc>
                <a:spcPct val="83000"/>
              </a:lnSpc>
              <a:spcBef>
                <a:spcPts val="288"/>
              </a:spcBef>
              <a:spcAft>
                <a:spcPts val="0"/>
              </a:spcAft>
              <a:buSzPts val="1400"/>
              <a:buNone/>
              <a:defRPr sz="1400"/>
            </a:lvl7pPr>
            <a:lvl8pPr marL="3657600" lvl="7" indent="-228600" algn="l">
              <a:lnSpc>
                <a:spcPct val="83000"/>
              </a:lnSpc>
              <a:spcBef>
                <a:spcPts val="288"/>
              </a:spcBef>
              <a:spcAft>
                <a:spcPts val="0"/>
              </a:spcAft>
              <a:buSzPts val="1400"/>
              <a:buNone/>
              <a:defRPr sz="1400"/>
            </a:lvl8pPr>
            <a:lvl9pPr marL="4114800" lvl="8" indent="-228600" algn="l">
              <a:lnSpc>
                <a:spcPct val="83000"/>
              </a:lnSpc>
              <a:spcBef>
                <a:spcPts val="288"/>
              </a:spcBef>
              <a:spcAft>
                <a:spcPts val="0"/>
              </a:spcAft>
              <a:buSzPts val="1400"/>
              <a:buNone/>
              <a:defRPr sz="1400"/>
            </a:lvl9pPr>
          </a:lstStyle>
          <a:p>
            <a:endParaRPr/>
          </a:p>
        </p:txBody>
      </p:sp>
      <p:sp>
        <p:nvSpPr>
          <p:cNvPr id="96" name="Google Shape;96;p17"/>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97" name="Google Shape;97;p17"/>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00" name="Google Shape;100;p18"/>
          <p:cNvSpPr txBox="1">
            <a:spLocks noGrp="1"/>
          </p:cNvSpPr>
          <p:nvPr>
            <p:ph type="body" idx="1"/>
          </p:nvPr>
        </p:nvSpPr>
        <p:spPr>
          <a:xfrm>
            <a:off x="609601" y="1600201"/>
            <a:ext cx="5382684" cy="4524375"/>
          </a:xfrm>
          <a:prstGeom prst="rect">
            <a:avLst/>
          </a:prstGeom>
          <a:noFill/>
          <a:ln>
            <a:noFill/>
          </a:ln>
        </p:spPr>
        <p:txBody>
          <a:bodyPr spcFirstLastPara="1" wrap="square" lIns="91425" tIns="45700" rIns="91425" bIns="4570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38"/>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88"/>
              </a:spcBef>
              <a:spcAft>
                <a:spcPts val="0"/>
              </a:spcAft>
              <a:buSzPts val="1800"/>
              <a:buChar char="»"/>
              <a:defRPr sz="1800"/>
            </a:lvl5pPr>
            <a:lvl6pPr marL="2743200" lvl="5" indent="-228600" algn="l">
              <a:lnSpc>
                <a:spcPct val="83000"/>
              </a:lnSpc>
              <a:spcBef>
                <a:spcPts val="288"/>
              </a:spcBef>
              <a:spcAft>
                <a:spcPts val="0"/>
              </a:spcAft>
              <a:buSzPts val="1400"/>
              <a:buNone/>
              <a:defRPr sz="1800"/>
            </a:lvl6pPr>
            <a:lvl7pPr marL="3200400" lvl="6" indent="-228600" algn="l">
              <a:lnSpc>
                <a:spcPct val="83000"/>
              </a:lnSpc>
              <a:spcBef>
                <a:spcPts val="288"/>
              </a:spcBef>
              <a:spcAft>
                <a:spcPts val="0"/>
              </a:spcAft>
              <a:buSzPts val="1400"/>
              <a:buNone/>
              <a:defRPr sz="1800"/>
            </a:lvl7pPr>
            <a:lvl8pPr marL="3657600" lvl="7" indent="-228600" algn="l">
              <a:lnSpc>
                <a:spcPct val="83000"/>
              </a:lnSpc>
              <a:spcBef>
                <a:spcPts val="288"/>
              </a:spcBef>
              <a:spcAft>
                <a:spcPts val="0"/>
              </a:spcAft>
              <a:buSzPts val="1400"/>
              <a:buNone/>
              <a:defRPr sz="1800"/>
            </a:lvl8pPr>
            <a:lvl9pPr marL="4114800" lvl="8" indent="-228600" algn="l">
              <a:lnSpc>
                <a:spcPct val="83000"/>
              </a:lnSpc>
              <a:spcBef>
                <a:spcPts val="288"/>
              </a:spcBef>
              <a:spcAft>
                <a:spcPts val="0"/>
              </a:spcAft>
              <a:buSzPts val="1400"/>
              <a:buNone/>
              <a:defRPr sz="1800"/>
            </a:lvl9pPr>
          </a:lstStyle>
          <a:p>
            <a:endParaRPr/>
          </a:p>
        </p:txBody>
      </p:sp>
      <p:sp>
        <p:nvSpPr>
          <p:cNvPr id="101" name="Google Shape;101;p18"/>
          <p:cNvSpPr txBox="1">
            <a:spLocks noGrp="1"/>
          </p:cNvSpPr>
          <p:nvPr>
            <p:ph type="body" idx="2"/>
          </p:nvPr>
        </p:nvSpPr>
        <p:spPr>
          <a:xfrm>
            <a:off x="6195484" y="1600201"/>
            <a:ext cx="5384800" cy="4524375"/>
          </a:xfrm>
          <a:prstGeom prst="rect">
            <a:avLst/>
          </a:prstGeom>
          <a:noFill/>
          <a:ln>
            <a:noFill/>
          </a:ln>
        </p:spPr>
        <p:txBody>
          <a:bodyPr spcFirstLastPara="1" wrap="square" lIns="91425" tIns="45700" rIns="91425" bIns="4570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38"/>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88"/>
              </a:spcBef>
              <a:spcAft>
                <a:spcPts val="0"/>
              </a:spcAft>
              <a:buSzPts val="1800"/>
              <a:buChar char="»"/>
              <a:defRPr sz="1800"/>
            </a:lvl5pPr>
            <a:lvl6pPr marL="2743200" lvl="5" indent="-228600" algn="l">
              <a:lnSpc>
                <a:spcPct val="83000"/>
              </a:lnSpc>
              <a:spcBef>
                <a:spcPts val="288"/>
              </a:spcBef>
              <a:spcAft>
                <a:spcPts val="0"/>
              </a:spcAft>
              <a:buSzPts val="1400"/>
              <a:buNone/>
              <a:defRPr sz="1800"/>
            </a:lvl6pPr>
            <a:lvl7pPr marL="3200400" lvl="6" indent="-228600" algn="l">
              <a:lnSpc>
                <a:spcPct val="83000"/>
              </a:lnSpc>
              <a:spcBef>
                <a:spcPts val="288"/>
              </a:spcBef>
              <a:spcAft>
                <a:spcPts val="0"/>
              </a:spcAft>
              <a:buSzPts val="1400"/>
              <a:buNone/>
              <a:defRPr sz="1800"/>
            </a:lvl7pPr>
            <a:lvl8pPr marL="3657600" lvl="7" indent="-228600" algn="l">
              <a:lnSpc>
                <a:spcPct val="83000"/>
              </a:lnSpc>
              <a:spcBef>
                <a:spcPts val="288"/>
              </a:spcBef>
              <a:spcAft>
                <a:spcPts val="0"/>
              </a:spcAft>
              <a:buSzPts val="1400"/>
              <a:buNone/>
              <a:defRPr sz="1800"/>
            </a:lvl8pPr>
            <a:lvl9pPr marL="4114800" lvl="8" indent="-228600" algn="l">
              <a:lnSpc>
                <a:spcPct val="83000"/>
              </a:lnSpc>
              <a:spcBef>
                <a:spcPts val="288"/>
              </a:spcBef>
              <a:spcAft>
                <a:spcPts val="0"/>
              </a:spcAft>
              <a:buSzPts val="1400"/>
              <a:buNone/>
              <a:defRPr sz="1800"/>
            </a:lvl9pPr>
          </a:lstStyle>
          <a:p>
            <a:endParaRPr/>
          </a:p>
        </p:txBody>
      </p:sp>
      <p:sp>
        <p:nvSpPr>
          <p:cNvPr id="102" name="Google Shape;102;p18"/>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103" name="Google Shape;103;p18"/>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06" name="Google Shape;106;p19"/>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38"/>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88"/>
              </a:spcBef>
              <a:spcAft>
                <a:spcPts val="0"/>
              </a:spcAft>
              <a:buSzPts val="1600"/>
              <a:buNone/>
              <a:defRPr sz="1600" b="1"/>
            </a:lvl5pPr>
            <a:lvl6pPr marL="2743200" lvl="5" indent="-228600" algn="l">
              <a:lnSpc>
                <a:spcPct val="83000"/>
              </a:lnSpc>
              <a:spcBef>
                <a:spcPts val="288"/>
              </a:spcBef>
              <a:spcAft>
                <a:spcPts val="0"/>
              </a:spcAft>
              <a:buSzPts val="1600"/>
              <a:buNone/>
              <a:defRPr sz="1600" b="1"/>
            </a:lvl6pPr>
            <a:lvl7pPr marL="3200400" lvl="6" indent="-228600" algn="l">
              <a:lnSpc>
                <a:spcPct val="83000"/>
              </a:lnSpc>
              <a:spcBef>
                <a:spcPts val="288"/>
              </a:spcBef>
              <a:spcAft>
                <a:spcPts val="0"/>
              </a:spcAft>
              <a:buSzPts val="1600"/>
              <a:buNone/>
              <a:defRPr sz="1600" b="1"/>
            </a:lvl7pPr>
            <a:lvl8pPr marL="3657600" lvl="7" indent="-228600" algn="l">
              <a:lnSpc>
                <a:spcPct val="83000"/>
              </a:lnSpc>
              <a:spcBef>
                <a:spcPts val="288"/>
              </a:spcBef>
              <a:spcAft>
                <a:spcPts val="0"/>
              </a:spcAft>
              <a:buSzPts val="1600"/>
              <a:buNone/>
              <a:defRPr sz="1600" b="1"/>
            </a:lvl8pPr>
            <a:lvl9pPr marL="4114800" lvl="8" indent="-228600" algn="l">
              <a:lnSpc>
                <a:spcPct val="83000"/>
              </a:lnSpc>
              <a:spcBef>
                <a:spcPts val="288"/>
              </a:spcBef>
              <a:spcAft>
                <a:spcPts val="0"/>
              </a:spcAft>
              <a:buSzPts val="1600"/>
              <a:buNone/>
              <a:defRPr sz="1600" b="1"/>
            </a:lvl9pPr>
          </a:lstStyle>
          <a:p>
            <a:endParaRPr/>
          </a:p>
        </p:txBody>
      </p:sp>
      <p:sp>
        <p:nvSpPr>
          <p:cNvPr id="107" name="Google Shape;107;p19"/>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38"/>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88"/>
              </a:spcBef>
              <a:spcAft>
                <a:spcPts val="0"/>
              </a:spcAft>
              <a:buSzPts val="1600"/>
              <a:buChar char="»"/>
              <a:defRPr sz="1600"/>
            </a:lvl5pPr>
            <a:lvl6pPr marL="2743200" lvl="5" indent="-228600" algn="l">
              <a:lnSpc>
                <a:spcPct val="83000"/>
              </a:lnSpc>
              <a:spcBef>
                <a:spcPts val="288"/>
              </a:spcBef>
              <a:spcAft>
                <a:spcPts val="0"/>
              </a:spcAft>
              <a:buSzPts val="1400"/>
              <a:buNone/>
              <a:defRPr sz="1600"/>
            </a:lvl6pPr>
            <a:lvl7pPr marL="3200400" lvl="6" indent="-228600" algn="l">
              <a:lnSpc>
                <a:spcPct val="83000"/>
              </a:lnSpc>
              <a:spcBef>
                <a:spcPts val="288"/>
              </a:spcBef>
              <a:spcAft>
                <a:spcPts val="0"/>
              </a:spcAft>
              <a:buSzPts val="1400"/>
              <a:buNone/>
              <a:defRPr sz="1600"/>
            </a:lvl7pPr>
            <a:lvl8pPr marL="3657600" lvl="7" indent="-228600" algn="l">
              <a:lnSpc>
                <a:spcPct val="83000"/>
              </a:lnSpc>
              <a:spcBef>
                <a:spcPts val="288"/>
              </a:spcBef>
              <a:spcAft>
                <a:spcPts val="0"/>
              </a:spcAft>
              <a:buSzPts val="1400"/>
              <a:buNone/>
              <a:defRPr sz="1600"/>
            </a:lvl8pPr>
            <a:lvl9pPr marL="4114800" lvl="8" indent="-228600" algn="l">
              <a:lnSpc>
                <a:spcPct val="83000"/>
              </a:lnSpc>
              <a:spcBef>
                <a:spcPts val="288"/>
              </a:spcBef>
              <a:spcAft>
                <a:spcPts val="0"/>
              </a:spcAft>
              <a:buSzPts val="1400"/>
              <a:buNone/>
              <a:defRPr sz="1600"/>
            </a:lvl9pPr>
          </a:lstStyle>
          <a:p>
            <a:endParaRPr/>
          </a:p>
        </p:txBody>
      </p:sp>
      <p:sp>
        <p:nvSpPr>
          <p:cNvPr id="108" name="Google Shape;108;p19"/>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38"/>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88"/>
              </a:spcBef>
              <a:spcAft>
                <a:spcPts val="0"/>
              </a:spcAft>
              <a:buSzPts val="1600"/>
              <a:buNone/>
              <a:defRPr sz="1600" b="1"/>
            </a:lvl5pPr>
            <a:lvl6pPr marL="2743200" lvl="5" indent="-228600" algn="l">
              <a:lnSpc>
                <a:spcPct val="83000"/>
              </a:lnSpc>
              <a:spcBef>
                <a:spcPts val="288"/>
              </a:spcBef>
              <a:spcAft>
                <a:spcPts val="0"/>
              </a:spcAft>
              <a:buSzPts val="1600"/>
              <a:buNone/>
              <a:defRPr sz="1600" b="1"/>
            </a:lvl6pPr>
            <a:lvl7pPr marL="3200400" lvl="6" indent="-228600" algn="l">
              <a:lnSpc>
                <a:spcPct val="83000"/>
              </a:lnSpc>
              <a:spcBef>
                <a:spcPts val="288"/>
              </a:spcBef>
              <a:spcAft>
                <a:spcPts val="0"/>
              </a:spcAft>
              <a:buSzPts val="1600"/>
              <a:buNone/>
              <a:defRPr sz="1600" b="1"/>
            </a:lvl7pPr>
            <a:lvl8pPr marL="3657600" lvl="7" indent="-228600" algn="l">
              <a:lnSpc>
                <a:spcPct val="83000"/>
              </a:lnSpc>
              <a:spcBef>
                <a:spcPts val="288"/>
              </a:spcBef>
              <a:spcAft>
                <a:spcPts val="0"/>
              </a:spcAft>
              <a:buSzPts val="1600"/>
              <a:buNone/>
              <a:defRPr sz="1600" b="1"/>
            </a:lvl8pPr>
            <a:lvl9pPr marL="4114800" lvl="8" indent="-228600" algn="l">
              <a:lnSpc>
                <a:spcPct val="83000"/>
              </a:lnSpc>
              <a:spcBef>
                <a:spcPts val="288"/>
              </a:spcBef>
              <a:spcAft>
                <a:spcPts val="0"/>
              </a:spcAft>
              <a:buSzPts val="1600"/>
              <a:buNone/>
              <a:defRPr sz="1600" b="1"/>
            </a:lvl9pPr>
          </a:lstStyle>
          <a:p>
            <a:endParaRPr/>
          </a:p>
        </p:txBody>
      </p:sp>
      <p:sp>
        <p:nvSpPr>
          <p:cNvPr id="109" name="Google Shape;109;p19"/>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38"/>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88"/>
              </a:spcBef>
              <a:spcAft>
                <a:spcPts val="0"/>
              </a:spcAft>
              <a:buSzPts val="1600"/>
              <a:buChar char="»"/>
              <a:defRPr sz="1600"/>
            </a:lvl5pPr>
            <a:lvl6pPr marL="2743200" lvl="5" indent="-228600" algn="l">
              <a:lnSpc>
                <a:spcPct val="83000"/>
              </a:lnSpc>
              <a:spcBef>
                <a:spcPts val="288"/>
              </a:spcBef>
              <a:spcAft>
                <a:spcPts val="0"/>
              </a:spcAft>
              <a:buSzPts val="1400"/>
              <a:buNone/>
              <a:defRPr sz="1600"/>
            </a:lvl6pPr>
            <a:lvl7pPr marL="3200400" lvl="6" indent="-228600" algn="l">
              <a:lnSpc>
                <a:spcPct val="83000"/>
              </a:lnSpc>
              <a:spcBef>
                <a:spcPts val="288"/>
              </a:spcBef>
              <a:spcAft>
                <a:spcPts val="0"/>
              </a:spcAft>
              <a:buSzPts val="1400"/>
              <a:buNone/>
              <a:defRPr sz="1600"/>
            </a:lvl7pPr>
            <a:lvl8pPr marL="3657600" lvl="7" indent="-228600" algn="l">
              <a:lnSpc>
                <a:spcPct val="83000"/>
              </a:lnSpc>
              <a:spcBef>
                <a:spcPts val="288"/>
              </a:spcBef>
              <a:spcAft>
                <a:spcPts val="0"/>
              </a:spcAft>
              <a:buSzPts val="1400"/>
              <a:buNone/>
              <a:defRPr sz="1600"/>
            </a:lvl8pPr>
            <a:lvl9pPr marL="4114800" lvl="8" indent="-228600" algn="l">
              <a:lnSpc>
                <a:spcPct val="83000"/>
              </a:lnSpc>
              <a:spcBef>
                <a:spcPts val="288"/>
              </a:spcBef>
              <a:spcAft>
                <a:spcPts val="0"/>
              </a:spcAft>
              <a:buSzPts val="1400"/>
              <a:buNone/>
              <a:defRPr sz="1600"/>
            </a:lvl9pPr>
          </a:lstStyle>
          <a:p>
            <a:endParaRPr/>
          </a:p>
        </p:txBody>
      </p:sp>
      <p:sp>
        <p:nvSpPr>
          <p:cNvPr id="110" name="Google Shape;110;p19"/>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111" name="Google Shape;111;p19"/>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14" name="Google Shape;114;p20"/>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115" name="Google Shape;115;p20"/>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6"/>
        <p:cNvGrpSpPr/>
        <p:nvPr/>
      </p:nvGrpSpPr>
      <p:grpSpPr>
        <a:xfrm>
          <a:off x="0" y="0"/>
          <a:ext cx="0" cy="0"/>
          <a:chOff x="0" y="0"/>
          <a:chExt cx="0" cy="0"/>
        </a:xfrm>
      </p:grpSpPr>
      <p:sp>
        <p:nvSpPr>
          <p:cNvPr id="117" name="Google Shape;117;p2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118" name="Google Shape;118;p2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21" name="Google Shape;121;p22"/>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lnSpc>
                <a:spcPct val="83000"/>
              </a:lnSpc>
              <a:spcBef>
                <a:spcPts val="1425"/>
              </a:spcBef>
              <a:spcAft>
                <a:spcPts val="0"/>
              </a:spcAft>
              <a:buSzPts val="3200"/>
              <a:buChar char="•"/>
              <a:defRPr sz="3200"/>
            </a:lvl1pPr>
            <a:lvl2pPr marL="914400" lvl="1" indent="-406400" algn="l">
              <a:lnSpc>
                <a:spcPct val="83000"/>
              </a:lnSpc>
              <a:spcBef>
                <a:spcPts val="1138"/>
              </a:spcBef>
              <a:spcAft>
                <a:spcPts val="0"/>
              </a:spcAft>
              <a:buSzPts val="2800"/>
              <a:buChar char="–"/>
              <a:defRPr sz="2800"/>
            </a:lvl2pPr>
            <a:lvl3pPr marL="1371600" lvl="2" indent="-381000" algn="l">
              <a:lnSpc>
                <a:spcPct val="83000"/>
              </a:lnSpc>
              <a:spcBef>
                <a:spcPts val="850"/>
              </a:spcBef>
              <a:spcAft>
                <a:spcPts val="0"/>
              </a:spcAft>
              <a:buSzPts val="2400"/>
              <a:buChar char="•"/>
              <a:defRPr sz="2400"/>
            </a:lvl3pPr>
            <a:lvl4pPr marL="1828800" lvl="3" indent="-355600" algn="l">
              <a:lnSpc>
                <a:spcPct val="83000"/>
              </a:lnSpc>
              <a:spcBef>
                <a:spcPts val="575"/>
              </a:spcBef>
              <a:spcAft>
                <a:spcPts val="0"/>
              </a:spcAft>
              <a:buSzPts val="2000"/>
              <a:buChar char="–"/>
              <a:defRPr sz="2000"/>
            </a:lvl4pPr>
            <a:lvl5pPr marL="2286000" lvl="4" indent="-355600" algn="l">
              <a:lnSpc>
                <a:spcPct val="83000"/>
              </a:lnSpc>
              <a:spcBef>
                <a:spcPts val="288"/>
              </a:spcBef>
              <a:spcAft>
                <a:spcPts val="0"/>
              </a:spcAft>
              <a:buSzPts val="2000"/>
              <a:buChar char="»"/>
              <a:defRPr sz="2000"/>
            </a:lvl5pPr>
            <a:lvl6pPr marL="2743200" lvl="5" indent="-228600" algn="l">
              <a:lnSpc>
                <a:spcPct val="83000"/>
              </a:lnSpc>
              <a:spcBef>
                <a:spcPts val="288"/>
              </a:spcBef>
              <a:spcAft>
                <a:spcPts val="0"/>
              </a:spcAft>
              <a:buSzPts val="1400"/>
              <a:buNone/>
              <a:defRPr sz="2000"/>
            </a:lvl6pPr>
            <a:lvl7pPr marL="3200400" lvl="6" indent="-228600" algn="l">
              <a:lnSpc>
                <a:spcPct val="83000"/>
              </a:lnSpc>
              <a:spcBef>
                <a:spcPts val="288"/>
              </a:spcBef>
              <a:spcAft>
                <a:spcPts val="0"/>
              </a:spcAft>
              <a:buSzPts val="1400"/>
              <a:buNone/>
              <a:defRPr sz="2000"/>
            </a:lvl7pPr>
            <a:lvl8pPr marL="3657600" lvl="7" indent="-228600" algn="l">
              <a:lnSpc>
                <a:spcPct val="83000"/>
              </a:lnSpc>
              <a:spcBef>
                <a:spcPts val="288"/>
              </a:spcBef>
              <a:spcAft>
                <a:spcPts val="0"/>
              </a:spcAft>
              <a:buSzPts val="1400"/>
              <a:buNone/>
              <a:defRPr sz="2000"/>
            </a:lvl8pPr>
            <a:lvl9pPr marL="4114800" lvl="8" indent="-228600" algn="l">
              <a:lnSpc>
                <a:spcPct val="83000"/>
              </a:lnSpc>
              <a:spcBef>
                <a:spcPts val="288"/>
              </a:spcBef>
              <a:spcAft>
                <a:spcPts val="0"/>
              </a:spcAft>
              <a:buSzPts val="1400"/>
              <a:buNone/>
              <a:defRPr sz="2000"/>
            </a:lvl9pPr>
          </a:lstStyle>
          <a:p>
            <a:endParaRPr/>
          </a:p>
        </p:txBody>
      </p:sp>
      <p:sp>
        <p:nvSpPr>
          <p:cNvPr id="122" name="Google Shape;122;p22"/>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38"/>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88"/>
              </a:spcBef>
              <a:spcAft>
                <a:spcPts val="0"/>
              </a:spcAft>
              <a:buSzPts val="900"/>
              <a:buNone/>
              <a:defRPr sz="900"/>
            </a:lvl5pPr>
            <a:lvl6pPr marL="2743200" lvl="5" indent="-228600" algn="l">
              <a:lnSpc>
                <a:spcPct val="83000"/>
              </a:lnSpc>
              <a:spcBef>
                <a:spcPts val="288"/>
              </a:spcBef>
              <a:spcAft>
                <a:spcPts val="0"/>
              </a:spcAft>
              <a:buSzPts val="900"/>
              <a:buNone/>
              <a:defRPr sz="900"/>
            </a:lvl6pPr>
            <a:lvl7pPr marL="3200400" lvl="6" indent="-228600" algn="l">
              <a:lnSpc>
                <a:spcPct val="83000"/>
              </a:lnSpc>
              <a:spcBef>
                <a:spcPts val="288"/>
              </a:spcBef>
              <a:spcAft>
                <a:spcPts val="0"/>
              </a:spcAft>
              <a:buSzPts val="900"/>
              <a:buNone/>
              <a:defRPr sz="900"/>
            </a:lvl7pPr>
            <a:lvl8pPr marL="3657600" lvl="7" indent="-228600" algn="l">
              <a:lnSpc>
                <a:spcPct val="83000"/>
              </a:lnSpc>
              <a:spcBef>
                <a:spcPts val="288"/>
              </a:spcBef>
              <a:spcAft>
                <a:spcPts val="0"/>
              </a:spcAft>
              <a:buSzPts val="900"/>
              <a:buNone/>
              <a:defRPr sz="900"/>
            </a:lvl8pPr>
            <a:lvl9pPr marL="4114800" lvl="8" indent="-228600" algn="l">
              <a:lnSpc>
                <a:spcPct val="83000"/>
              </a:lnSpc>
              <a:spcBef>
                <a:spcPts val="288"/>
              </a:spcBef>
              <a:spcAft>
                <a:spcPts val="0"/>
              </a:spcAft>
              <a:buSzPts val="900"/>
              <a:buNone/>
              <a:defRPr sz="900"/>
            </a:lvl9pPr>
          </a:lstStyle>
          <a:p>
            <a:endParaRPr/>
          </a:p>
        </p:txBody>
      </p:sp>
      <p:sp>
        <p:nvSpPr>
          <p:cNvPr id="123" name="Google Shape;123;p2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124" name="Google Shape;124;p2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5"/>
        <p:cNvGrpSpPr/>
        <p:nvPr/>
      </p:nvGrpSpPr>
      <p:grpSpPr>
        <a:xfrm>
          <a:off x="0" y="0"/>
          <a:ext cx="0" cy="0"/>
          <a:chOff x="0" y="0"/>
          <a:chExt cx="0" cy="0"/>
        </a:xfrm>
      </p:grpSpPr>
      <p:sp>
        <p:nvSpPr>
          <p:cNvPr id="126" name="Google Shape;126;p23"/>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27" name="Google Shape;127;p23"/>
          <p:cNvSpPr>
            <a:spLocks noGrp="1"/>
          </p:cNvSpPr>
          <p:nvPr>
            <p:ph type="pic" idx="2"/>
          </p:nvPr>
        </p:nvSpPr>
        <p:spPr>
          <a:xfrm>
            <a:off x="2389717" y="612775"/>
            <a:ext cx="7315200" cy="4114800"/>
          </a:xfrm>
          <a:prstGeom prst="rect">
            <a:avLst/>
          </a:prstGeom>
          <a:noFill/>
          <a:ln>
            <a:noFill/>
          </a:ln>
        </p:spPr>
      </p:sp>
      <p:sp>
        <p:nvSpPr>
          <p:cNvPr id="128" name="Google Shape;128;p23"/>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38"/>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88"/>
              </a:spcBef>
              <a:spcAft>
                <a:spcPts val="0"/>
              </a:spcAft>
              <a:buSzPts val="900"/>
              <a:buNone/>
              <a:defRPr sz="900"/>
            </a:lvl5pPr>
            <a:lvl6pPr marL="2743200" lvl="5" indent="-228600" algn="l">
              <a:lnSpc>
                <a:spcPct val="83000"/>
              </a:lnSpc>
              <a:spcBef>
                <a:spcPts val="288"/>
              </a:spcBef>
              <a:spcAft>
                <a:spcPts val="0"/>
              </a:spcAft>
              <a:buSzPts val="900"/>
              <a:buNone/>
              <a:defRPr sz="900"/>
            </a:lvl6pPr>
            <a:lvl7pPr marL="3200400" lvl="6" indent="-228600" algn="l">
              <a:lnSpc>
                <a:spcPct val="83000"/>
              </a:lnSpc>
              <a:spcBef>
                <a:spcPts val="288"/>
              </a:spcBef>
              <a:spcAft>
                <a:spcPts val="0"/>
              </a:spcAft>
              <a:buSzPts val="900"/>
              <a:buNone/>
              <a:defRPr sz="900"/>
            </a:lvl7pPr>
            <a:lvl8pPr marL="3657600" lvl="7" indent="-228600" algn="l">
              <a:lnSpc>
                <a:spcPct val="83000"/>
              </a:lnSpc>
              <a:spcBef>
                <a:spcPts val="288"/>
              </a:spcBef>
              <a:spcAft>
                <a:spcPts val="0"/>
              </a:spcAft>
              <a:buSzPts val="900"/>
              <a:buNone/>
              <a:defRPr sz="900"/>
            </a:lvl8pPr>
            <a:lvl9pPr marL="4114800" lvl="8" indent="-228600" algn="l">
              <a:lnSpc>
                <a:spcPct val="83000"/>
              </a:lnSpc>
              <a:spcBef>
                <a:spcPts val="288"/>
              </a:spcBef>
              <a:spcAft>
                <a:spcPts val="0"/>
              </a:spcAft>
              <a:buSzPts val="900"/>
              <a:buNone/>
              <a:defRPr sz="900"/>
            </a:lvl9pPr>
          </a:lstStyle>
          <a:p>
            <a:endParaRPr/>
          </a:p>
        </p:txBody>
      </p:sp>
      <p:sp>
        <p:nvSpPr>
          <p:cNvPr id="129" name="Google Shape;129;p23"/>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130" name="Google Shape;130;p23"/>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33" name="Google Shape;133;p24"/>
          <p:cNvSpPr txBox="1">
            <a:spLocks noGrp="1"/>
          </p:cNvSpPr>
          <p:nvPr>
            <p:ph type="body" idx="1"/>
          </p:nvPr>
        </p:nvSpPr>
        <p:spPr>
          <a:xfrm rot="5400000">
            <a:off x="3833019" y="-1623219"/>
            <a:ext cx="4524375" cy="10971213"/>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38"/>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88"/>
              </a:spcBef>
              <a:spcAft>
                <a:spcPts val="0"/>
              </a:spcAft>
              <a:buSzPts val="1800"/>
              <a:buChar char="»"/>
              <a:defRPr/>
            </a:lvl5pPr>
            <a:lvl6pPr marL="2743200" lvl="5" indent="-228600" algn="l">
              <a:lnSpc>
                <a:spcPct val="83000"/>
              </a:lnSpc>
              <a:spcBef>
                <a:spcPts val="288"/>
              </a:spcBef>
              <a:spcAft>
                <a:spcPts val="0"/>
              </a:spcAft>
              <a:buSzPts val="1400"/>
              <a:buNone/>
              <a:defRPr/>
            </a:lvl6pPr>
            <a:lvl7pPr marL="3200400" lvl="6" indent="-228600" algn="l">
              <a:lnSpc>
                <a:spcPct val="83000"/>
              </a:lnSpc>
              <a:spcBef>
                <a:spcPts val="288"/>
              </a:spcBef>
              <a:spcAft>
                <a:spcPts val="0"/>
              </a:spcAft>
              <a:buSzPts val="1400"/>
              <a:buNone/>
              <a:defRPr/>
            </a:lvl7pPr>
            <a:lvl8pPr marL="3657600" lvl="7" indent="-228600" algn="l">
              <a:lnSpc>
                <a:spcPct val="83000"/>
              </a:lnSpc>
              <a:spcBef>
                <a:spcPts val="288"/>
              </a:spcBef>
              <a:spcAft>
                <a:spcPts val="0"/>
              </a:spcAft>
              <a:buSzPts val="1400"/>
              <a:buNone/>
              <a:defRPr/>
            </a:lvl8pPr>
            <a:lvl9pPr marL="4114800" lvl="8" indent="-228600" algn="l">
              <a:lnSpc>
                <a:spcPct val="83000"/>
              </a:lnSpc>
              <a:spcBef>
                <a:spcPts val="288"/>
              </a:spcBef>
              <a:spcAft>
                <a:spcPts val="0"/>
              </a:spcAft>
              <a:buSzPts val="1400"/>
              <a:buNone/>
              <a:defRPr/>
            </a:lvl9pPr>
          </a:lstStyle>
          <a:p>
            <a:endParaRPr/>
          </a:p>
        </p:txBody>
      </p:sp>
      <p:sp>
        <p:nvSpPr>
          <p:cNvPr id="134" name="Google Shape;134;p2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135" name="Google Shape;135;p2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6"/>
        <p:cNvGrpSpPr/>
        <p:nvPr/>
      </p:nvGrpSpPr>
      <p:grpSpPr>
        <a:xfrm>
          <a:off x="0" y="0"/>
          <a:ext cx="0" cy="0"/>
          <a:chOff x="0" y="0"/>
          <a:chExt cx="0" cy="0"/>
        </a:xfrm>
      </p:grpSpPr>
      <p:sp>
        <p:nvSpPr>
          <p:cNvPr id="137" name="Google Shape;137;p25"/>
          <p:cNvSpPr txBox="1">
            <a:spLocks noGrp="1"/>
          </p:cNvSpPr>
          <p:nvPr>
            <p:ph type="title"/>
          </p:nvPr>
        </p:nvSpPr>
        <p:spPr>
          <a:xfrm rot="5400000">
            <a:off x="7284774" y="1829066"/>
            <a:ext cx="5849937" cy="2741084"/>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38" name="Google Shape;138;p25"/>
          <p:cNvSpPr txBox="1">
            <a:spLocks noGrp="1"/>
          </p:cNvSpPr>
          <p:nvPr>
            <p:ph type="body" idx="1"/>
          </p:nvPr>
        </p:nvSpPr>
        <p:spPr>
          <a:xfrm rot="5400000">
            <a:off x="1697831" y="-813592"/>
            <a:ext cx="5849937" cy="8026400"/>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38"/>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88"/>
              </a:spcBef>
              <a:spcAft>
                <a:spcPts val="0"/>
              </a:spcAft>
              <a:buSzPts val="1800"/>
              <a:buChar char="»"/>
              <a:defRPr/>
            </a:lvl5pPr>
            <a:lvl6pPr marL="2743200" lvl="5" indent="-228600" algn="l">
              <a:lnSpc>
                <a:spcPct val="83000"/>
              </a:lnSpc>
              <a:spcBef>
                <a:spcPts val="288"/>
              </a:spcBef>
              <a:spcAft>
                <a:spcPts val="0"/>
              </a:spcAft>
              <a:buSzPts val="1400"/>
              <a:buNone/>
              <a:defRPr/>
            </a:lvl6pPr>
            <a:lvl7pPr marL="3200400" lvl="6" indent="-228600" algn="l">
              <a:lnSpc>
                <a:spcPct val="83000"/>
              </a:lnSpc>
              <a:spcBef>
                <a:spcPts val="288"/>
              </a:spcBef>
              <a:spcAft>
                <a:spcPts val="0"/>
              </a:spcAft>
              <a:buSzPts val="1400"/>
              <a:buNone/>
              <a:defRPr/>
            </a:lvl7pPr>
            <a:lvl8pPr marL="3657600" lvl="7" indent="-228600" algn="l">
              <a:lnSpc>
                <a:spcPct val="83000"/>
              </a:lnSpc>
              <a:spcBef>
                <a:spcPts val="288"/>
              </a:spcBef>
              <a:spcAft>
                <a:spcPts val="0"/>
              </a:spcAft>
              <a:buSzPts val="1400"/>
              <a:buNone/>
              <a:defRPr/>
            </a:lvl8pPr>
            <a:lvl9pPr marL="4114800" lvl="8" indent="-228600" algn="l">
              <a:lnSpc>
                <a:spcPct val="83000"/>
              </a:lnSpc>
              <a:spcBef>
                <a:spcPts val="288"/>
              </a:spcBef>
              <a:spcAft>
                <a:spcPts val="0"/>
              </a:spcAft>
              <a:buSzPts val="1400"/>
              <a:buNone/>
              <a:defRPr/>
            </a:lvl9pPr>
          </a:lstStyle>
          <a:p>
            <a:endParaRPr/>
          </a:p>
        </p:txBody>
      </p:sp>
      <p:sp>
        <p:nvSpPr>
          <p:cNvPr id="139" name="Google Shape;139;p2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17/9/2025</a:t>
            </a:r>
            <a:endParaRPr/>
          </a:p>
        </p:txBody>
      </p:sp>
      <p:sp>
        <p:nvSpPr>
          <p:cNvPr id="140" name="Google Shape;140;p2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1pPr>
            <a:lvl2pPr marL="0" lvl="1"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2pPr>
            <a:lvl3pPr marL="0" lvl="2"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3pPr>
            <a:lvl4pPr marL="0" lvl="3"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4pPr>
            <a:lvl5pPr marL="0" lvl="4"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5pPr>
            <a:lvl6pPr marL="0" lvl="5"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6pPr>
            <a:lvl7pPr marL="0" lvl="6"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7pPr>
            <a:lvl8pPr marL="0" lvl="7"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8pPr>
            <a:lvl9pPr marL="0" lvl="8" indent="0" algn="r">
              <a:spcBef>
                <a:spcPts val="0"/>
              </a:spcBef>
              <a:spcAft>
                <a:spcPts val="0"/>
              </a:spcAft>
              <a:buSzPts val="1200"/>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marR="0" lvl="0" algn="l" rtl="0">
              <a:lnSpc>
                <a:spcPct val="83000"/>
              </a:lnSpc>
              <a:spcBef>
                <a:spcPts val="0"/>
              </a:spcBef>
              <a:spcAft>
                <a:spcPts val="0"/>
              </a:spcAft>
              <a:buSzPts val="1400"/>
              <a:buNone/>
              <a:defRPr sz="4400" b="0" i="0" u="none" strike="noStrike" cap="none">
                <a:solidFill>
                  <a:srgbClr val="000000"/>
                </a:solidFill>
                <a:latin typeface="Calibri"/>
                <a:ea typeface="Calibri"/>
                <a:cs typeface="Calibri"/>
                <a:sym typeface="Calibri"/>
              </a:defRPr>
            </a:lvl1pPr>
            <a:lvl2pPr marR="0" lvl="1" algn="l" rtl="0">
              <a:lnSpc>
                <a:spcPct val="83000"/>
              </a:lnSpc>
              <a:spcBef>
                <a:spcPts val="0"/>
              </a:spcBef>
              <a:spcAft>
                <a:spcPts val="0"/>
              </a:spcAft>
              <a:buSzPts val="1400"/>
              <a:buNone/>
              <a:defRPr sz="4400" b="0" i="0" u="none" strike="noStrike" cap="none">
                <a:solidFill>
                  <a:srgbClr val="000000"/>
                </a:solidFill>
                <a:latin typeface="Calibri"/>
                <a:ea typeface="Calibri"/>
                <a:cs typeface="Calibri"/>
                <a:sym typeface="Calibri"/>
              </a:defRPr>
            </a:lvl2pPr>
            <a:lvl3pPr marR="0" lvl="2" algn="l" rtl="0">
              <a:lnSpc>
                <a:spcPct val="83000"/>
              </a:lnSpc>
              <a:spcBef>
                <a:spcPts val="0"/>
              </a:spcBef>
              <a:spcAft>
                <a:spcPts val="0"/>
              </a:spcAft>
              <a:buSzPts val="1400"/>
              <a:buNone/>
              <a:defRPr sz="4400" b="0" i="0" u="none" strike="noStrike" cap="none">
                <a:solidFill>
                  <a:srgbClr val="000000"/>
                </a:solidFill>
                <a:latin typeface="Calibri"/>
                <a:ea typeface="Calibri"/>
                <a:cs typeface="Calibri"/>
                <a:sym typeface="Calibri"/>
              </a:defRPr>
            </a:lvl3pPr>
            <a:lvl4pPr marR="0" lvl="3" algn="l" rtl="0">
              <a:lnSpc>
                <a:spcPct val="83000"/>
              </a:lnSpc>
              <a:spcBef>
                <a:spcPts val="0"/>
              </a:spcBef>
              <a:spcAft>
                <a:spcPts val="0"/>
              </a:spcAft>
              <a:buSzPts val="1400"/>
              <a:buNone/>
              <a:defRPr sz="4400" b="0" i="0" u="none" strike="noStrike" cap="none">
                <a:solidFill>
                  <a:srgbClr val="000000"/>
                </a:solidFill>
                <a:latin typeface="Calibri"/>
                <a:ea typeface="Calibri"/>
                <a:cs typeface="Calibri"/>
                <a:sym typeface="Calibri"/>
              </a:defRPr>
            </a:lvl4pPr>
            <a:lvl5pPr marR="0" lvl="4" algn="l" rtl="0">
              <a:lnSpc>
                <a:spcPct val="83000"/>
              </a:lnSpc>
              <a:spcBef>
                <a:spcPts val="0"/>
              </a:spcBef>
              <a:spcAft>
                <a:spcPts val="0"/>
              </a:spcAft>
              <a:buSzPts val="1400"/>
              <a:buNone/>
              <a:defRPr sz="4400" b="0" i="0" u="none" strike="noStrike" cap="none">
                <a:solidFill>
                  <a:srgbClr val="000000"/>
                </a:solidFill>
                <a:latin typeface="Calibri"/>
                <a:ea typeface="Calibri"/>
                <a:cs typeface="Calibri"/>
                <a:sym typeface="Calibri"/>
              </a:defRPr>
            </a:lvl5pPr>
            <a:lvl6pPr marR="0" lvl="5" algn="l" rtl="0">
              <a:lnSpc>
                <a:spcPct val="83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83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83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83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r>
              <a:rPr lang="en-US"/>
              <a:t>17/9/2025</a:t>
            </a:r>
            <a:endParaRPr/>
          </a:p>
        </p:txBody>
      </p:sp>
      <p:sp>
        <p:nvSpPr>
          <p:cNvPr id="12" name="Google Shape;12;p1"/>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dk1"/>
              </a:solidFill>
              <a:latin typeface="Arial"/>
              <a:ea typeface="Arial"/>
              <a:cs typeface="Arial"/>
              <a:sym typeface="Arial"/>
            </a:endParaRPr>
          </a:p>
        </p:txBody>
      </p:sp>
      <p:sp>
        <p:nvSpPr>
          <p:cNvPr id="13" name="Google Shape;13;p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4" name="Google Shape;14;p1"/>
          <p:cNvSpPr txBox="1">
            <a:spLocks noGrp="1"/>
          </p:cNvSpPr>
          <p:nvPr>
            <p:ph type="body" idx="1"/>
          </p:nvPr>
        </p:nvSpPr>
        <p:spPr>
          <a:xfrm>
            <a:off x="609600" y="1604963"/>
            <a:ext cx="10971213" cy="3975100"/>
          </a:xfrm>
          <a:prstGeom prst="rect">
            <a:avLst/>
          </a:prstGeom>
          <a:noFill/>
          <a:ln>
            <a:noFill/>
          </a:ln>
        </p:spPr>
        <p:txBody>
          <a:bodyPr spcFirstLastPara="1" wrap="square" lIns="0" tIns="69075" rIns="0" bIns="0" anchor="t" anchorCtr="0">
            <a:noAutofit/>
          </a:bodyPr>
          <a:lstStyle>
            <a:lvl1pPr marL="457200" marR="0" lvl="0" indent="-431800" algn="l" rtl="0">
              <a:lnSpc>
                <a:spcPct val="83000"/>
              </a:lnSpc>
              <a:spcBef>
                <a:spcPts val="1425"/>
              </a:spcBef>
              <a:spcAft>
                <a:spcPts val="0"/>
              </a:spcAft>
              <a:buClr>
                <a:srgbClr val="000000"/>
              </a:buClr>
              <a:buSzPts val="3200"/>
              <a:buFont typeface="Times New Roman"/>
              <a:buChar char="•"/>
              <a:defRPr sz="3200" b="0" i="0" u="none" strike="noStrike" cap="none">
                <a:solidFill>
                  <a:srgbClr val="000000"/>
                </a:solidFill>
                <a:latin typeface="Calibri"/>
                <a:ea typeface="Calibri"/>
                <a:cs typeface="Calibri"/>
                <a:sym typeface="Calibri"/>
              </a:defRPr>
            </a:lvl1pPr>
            <a:lvl2pPr marL="914400" marR="0" lvl="1" indent="-381000" algn="l" rtl="0">
              <a:lnSpc>
                <a:spcPct val="83000"/>
              </a:lnSpc>
              <a:spcBef>
                <a:spcPts val="1138"/>
              </a:spcBef>
              <a:spcAft>
                <a:spcPts val="0"/>
              </a:spcAft>
              <a:buClr>
                <a:srgbClr val="000000"/>
              </a:buClr>
              <a:buSzPts val="2400"/>
              <a:buFont typeface="Times New Roman"/>
              <a:buChar char="–"/>
              <a:defRPr sz="2400" b="0" i="0" u="none" strike="noStrike" cap="none">
                <a:solidFill>
                  <a:srgbClr val="000000"/>
                </a:solidFill>
                <a:latin typeface="Calibri"/>
                <a:ea typeface="Calibri"/>
                <a:cs typeface="Calibri"/>
                <a:sym typeface="Calibri"/>
              </a:defRPr>
            </a:lvl2pPr>
            <a:lvl3pPr marL="1371600" marR="0" lvl="2" indent="-355600" algn="l" rtl="0">
              <a:lnSpc>
                <a:spcPct val="83000"/>
              </a:lnSpc>
              <a:spcBef>
                <a:spcPts val="85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3pPr>
            <a:lvl4pPr marL="1828800" marR="0" lvl="3" indent="-355600" algn="l" rtl="0">
              <a:lnSpc>
                <a:spcPct val="83000"/>
              </a:lnSpc>
              <a:spcBef>
                <a:spcPts val="575"/>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4pPr>
            <a:lvl5pPr marL="2286000" marR="0" lvl="4" indent="-355600" algn="l" rtl="0">
              <a:lnSpc>
                <a:spcPct val="83000"/>
              </a:lnSpc>
              <a:spcBef>
                <a:spcPts val="288"/>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5pPr>
            <a:lvl6pPr marL="2743200" marR="0" lvl="5" indent="-228600" algn="l" rtl="0">
              <a:lnSpc>
                <a:spcPct val="83000"/>
              </a:lnSpc>
              <a:spcBef>
                <a:spcPts val="288"/>
              </a:spcBef>
              <a:spcAft>
                <a:spcPts val="0"/>
              </a:spcAft>
              <a:buSzPts val="1400"/>
              <a:buNone/>
              <a:defRPr sz="2000" b="0" i="0" u="none" strike="noStrike" cap="none">
                <a:solidFill>
                  <a:srgbClr val="000000"/>
                </a:solidFill>
                <a:latin typeface="Calibri"/>
                <a:ea typeface="Calibri"/>
                <a:cs typeface="Calibri"/>
                <a:sym typeface="Calibri"/>
              </a:defRPr>
            </a:lvl6pPr>
            <a:lvl7pPr marL="3200400" marR="0" lvl="6" indent="-228600" algn="l" rtl="0">
              <a:lnSpc>
                <a:spcPct val="83000"/>
              </a:lnSpc>
              <a:spcBef>
                <a:spcPts val="288"/>
              </a:spcBef>
              <a:spcAft>
                <a:spcPts val="0"/>
              </a:spcAft>
              <a:buSzPts val="1400"/>
              <a:buNone/>
              <a:defRPr sz="2000" b="0" i="0" u="none" strike="noStrike" cap="none">
                <a:solidFill>
                  <a:srgbClr val="000000"/>
                </a:solidFill>
                <a:latin typeface="Calibri"/>
                <a:ea typeface="Calibri"/>
                <a:cs typeface="Calibri"/>
                <a:sym typeface="Calibri"/>
              </a:defRPr>
            </a:lvl7pPr>
            <a:lvl8pPr marL="3657600" marR="0" lvl="7" indent="-228600" algn="l" rtl="0">
              <a:lnSpc>
                <a:spcPct val="83000"/>
              </a:lnSpc>
              <a:spcBef>
                <a:spcPts val="288"/>
              </a:spcBef>
              <a:spcAft>
                <a:spcPts val="0"/>
              </a:spcAft>
              <a:buSzPts val="1400"/>
              <a:buNone/>
              <a:defRPr sz="2000" b="0" i="0" u="none" strike="noStrike" cap="none">
                <a:solidFill>
                  <a:srgbClr val="000000"/>
                </a:solidFill>
                <a:latin typeface="Calibri"/>
                <a:ea typeface="Calibri"/>
                <a:cs typeface="Calibri"/>
                <a:sym typeface="Calibri"/>
              </a:defRPr>
            </a:lvl8pPr>
            <a:lvl9pPr marL="4114800" marR="0" lvl="8" indent="-228600" algn="l" rtl="0">
              <a:lnSpc>
                <a:spcPct val="83000"/>
              </a:lnSpc>
              <a:spcBef>
                <a:spcPts val="288"/>
              </a:spcBef>
              <a:spcAft>
                <a:spcPts val="0"/>
              </a:spcAft>
              <a:buSzPts val="1400"/>
              <a:buNone/>
              <a:defRPr sz="2000" b="0" i="0" u="none" strike="noStrike" cap="none">
                <a:solidFill>
                  <a:srgbClr val="000000"/>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marR="0" lvl="0" algn="l" rtl="0">
              <a:lnSpc>
                <a:spcPct val="83000"/>
              </a:lnSpc>
              <a:spcBef>
                <a:spcPts val="0"/>
              </a:spcBef>
              <a:spcAft>
                <a:spcPts val="0"/>
              </a:spcAft>
              <a:buSzPts val="1400"/>
              <a:buNone/>
              <a:defRPr sz="4400" b="0" i="0" u="none" strike="noStrike" cap="none">
                <a:solidFill>
                  <a:srgbClr val="000000"/>
                </a:solidFill>
                <a:latin typeface="Calibri"/>
                <a:ea typeface="Calibri"/>
                <a:cs typeface="Calibri"/>
                <a:sym typeface="Calibri"/>
              </a:defRPr>
            </a:lvl1pPr>
            <a:lvl2pPr marR="0" lvl="1" algn="l" rtl="0">
              <a:lnSpc>
                <a:spcPct val="83000"/>
              </a:lnSpc>
              <a:spcBef>
                <a:spcPts val="0"/>
              </a:spcBef>
              <a:spcAft>
                <a:spcPts val="0"/>
              </a:spcAft>
              <a:buSzPts val="1400"/>
              <a:buNone/>
              <a:defRPr sz="4400" b="0" i="0" u="none" strike="noStrike" cap="none">
                <a:solidFill>
                  <a:srgbClr val="000000"/>
                </a:solidFill>
                <a:latin typeface="Calibri"/>
                <a:ea typeface="Calibri"/>
                <a:cs typeface="Calibri"/>
                <a:sym typeface="Calibri"/>
              </a:defRPr>
            </a:lvl2pPr>
            <a:lvl3pPr marR="0" lvl="2" algn="l" rtl="0">
              <a:lnSpc>
                <a:spcPct val="83000"/>
              </a:lnSpc>
              <a:spcBef>
                <a:spcPts val="0"/>
              </a:spcBef>
              <a:spcAft>
                <a:spcPts val="0"/>
              </a:spcAft>
              <a:buSzPts val="1400"/>
              <a:buNone/>
              <a:defRPr sz="4400" b="0" i="0" u="none" strike="noStrike" cap="none">
                <a:solidFill>
                  <a:srgbClr val="000000"/>
                </a:solidFill>
                <a:latin typeface="Calibri"/>
                <a:ea typeface="Calibri"/>
                <a:cs typeface="Calibri"/>
                <a:sym typeface="Calibri"/>
              </a:defRPr>
            </a:lvl3pPr>
            <a:lvl4pPr marR="0" lvl="3" algn="l" rtl="0">
              <a:lnSpc>
                <a:spcPct val="83000"/>
              </a:lnSpc>
              <a:spcBef>
                <a:spcPts val="0"/>
              </a:spcBef>
              <a:spcAft>
                <a:spcPts val="0"/>
              </a:spcAft>
              <a:buSzPts val="1400"/>
              <a:buNone/>
              <a:defRPr sz="4400" b="0" i="0" u="none" strike="noStrike" cap="none">
                <a:solidFill>
                  <a:srgbClr val="000000"/>
                </a:solidFill>
                <a:latin typeface="Calibri"/>
                <a:ea typeface="Calibri"/>
                <a:cs typeface="Calibri"/>
                <a:sym typeface="Calibri"/>
              </a:defRPr>
            </a:lvl4pPr>
            <a:lvl5pPr marR="0" lvl="4" algn="l" rtl="0">
              <a:lnSpc>
                <a:spcPct val="83000"/>
              </a:lnSpc>
              <a:spcBef>
                <a:spcPts val="0"/>
              </a:spcBef>
              <a:spcAft>
                <a:spcPts val="0"/>
              </a:spcAft>
              <a:buSzPts val="1400"/>
              <a:buNone/>
              <a:defRPr sz="4400" b="0" i="0" u="none" strike="noStrike" cap="none">
                <a:solidFill>
                  <a:srgbClr val="000000"/>
                </a:solidFill>
                <a:latin typeface="Calibri"/>
                <a:ea typeface="Calibri"/>
                <a:cs typeface="Calibri"/>
                <a:sym typeface="Calibri"/>
              </a:defRPr>
            </a:lvl5pPr>
            <a:lvl6pPr marR="0" lvl="5" algn="l" rtl="0">
              <a:lnSpc>
                <a:spcPct val="83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83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83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83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79" name="Google Shape;79;p14"/>
          <p:cNvSpPr txBox="1">
            <a:spLocks noGrp="1"/>
          </p:cNvSpPr>
          <p:nvPr>
            <p:ph type="body" idx="1"/>
          </p:nvPr>
        </p:nvSpPr>
        <p:spPr>
          <a:xfrm>
            <a:off x="609600" y="1600200"/>
            <a:ext cx="10971213" cy="452437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83000"/>
              </a:lnSpc>
              <a:spcBef>
                <a:spcPts val="1425"/>
              </a:spcBef>
              <a:spcAft>
                <a:spcPts val="0"/>
              </a:spcAft>
              <a:buClr>
                <a:srgbClr val="000000"/>
              </a:buClr>
              <a:buSzPts val="3200"/>
              <a:buFont typeface="Times New Roman"/>
              <a:buChar char="•"/>
              <a:defRPr sz="3200" b="0" i="0" u="none" strike="noStrike" cap="none">
                <a:solidFill>
                  <a:srgbClr val="000000"/>
                </a:solidFill>
                <a:latin typeface="Calibri"/>
                <a:ea typeface="Calibri"/>
                <a:cs typeface="Calibri"/>
                <a:sym typeface="Calibri"/>
              </a:defRPr>
            </a:lvl1pPr>
            <a:lvl2pPr marL="914400" marR="0" lvl="1" indent="-381000" algn="l" rtl="0">
              <a:lnSpc>
                <a:spcPct val="83000"/>
              </a:lnSpc>
              <a:spcBef>
                <a:spcPts val="1138"/>
              </a:spcBef>
              <a:spcAft>
                <a:spcPts val="0"/>
              </a:spcAft>
              <a:buClr>
                <a:srgbClr val="000000"/>
              </a:buClr>
              <a:buSzPts val="2400"/>
              <a:buFont typeface="Times New Roman"/>
              <a:buChar char="–"/>
              <a:defRPr sz="2400" b="0" i="0" u="none" strike="noStrike" cap="none">
                <a:solidFill>
                  <a:srgbClr val="000000"/>
                </a:solidFill>
                <a:latin typeface="Calibri"/>
                <a:ea typeface="Calibri"/>
                <a:cs typeface="Calibri"/>
                <a:sym typeface="Calibri"/>
              </a:defRPr>
            </a:lvl2pPr>
            <a:lvl3pPr marL="1371600" marR="0" lvl="2" indent="-355600" algn="l" rtl="0">
              <a:lnSpc>
                <a:spcPct val="83000"/>
              </a:lnSpc>
              <a:spcBef>
                <a:spcPts val="85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3pPr>
            <a:lvl4pPr marL="1828800" marR="0" lvl="3" indent="-355600" algn="l" rtl="0">
              <a:lnSpc>
                <a:spcPct val="83000"/>
              </a:lnSpc>
              <a:spcBef>
                <a:spcPts val="575"/>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4pPr>
            <a:lvl5pPr marL="2286000" marR="0" lvl="4" indent="-355600" algn="l" rtl="0">
              <a:lnSpc>
                <a:spcPct val="83000"/>
              </a:lnSpc>
              <a:spcBef>
                <a:spcPts val="288"/>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5pPr>
            <a:lvl6pPr marL="2743200" marR="0" lvl="5" indent="-228600" algn="l" rtl="0">
              <a:lnSpc>
                <a:spcPct val="83000"/>
              </a:lnSpc>
              <a:spcBef>
                <a:spcPts val="288"/>
              </a:spcBef>
              <a:spcAft>
                <a:spcPts val="0"/>
              </a:spcAft>
              <a:buSzPts val="1400"/>
              <a:buNone/>
              <a:defRPr sz="2000" b="0" i="0" u="none" strike="noStrike" cap="none">
                <a:solidFill>
                  <a:srgbClr val="000000"/>
                </a:solidFill>
                <a:latin typeface="Calibri"/>
                <a:ea typeface="Calibri"/>
                <a:cs typeface="Calibri"/>
                <a:sym typeface="Calibri"/>
              </a:defRPr>
            </a:lvl6pPr>
            <a:lvl7pPr marL="3200400" marR="0" lvl="6" indent="-228600" algn="l" rtl="0">
              <a:lnSpc>
                <a:spcPct val="83000"/>
              </a:lnSpc>
              <a:spcBef>
                <a:spcPts val="288"/>
              </a:spcBef>
              <a:spcAft>
                <a:spcPts val="0"/>
              </a:spcAft>
              <a:buSzPts val="1400"/>
              <a:buNone/>
              <a:defRPr sz="2000" b="0" i="0" u="none" strike="noStrike" cap="none">
                <a:solidFill>
                  <a:srgbClr val="000000"/>
                </a:solidFill>
                <a:latin typeface="Calibri"/>
                <a:ea typeface="Calibri"/>
                <a:cs typeface="Calibri"/>
                <a:sym typeface="Calibri"/>
              </a:defRPr>
            </a:lvl7pPr>
            <a:lvl8pPr marL="3657600" marR="0" lvl="7" indent="-228600" algn="l" rtl="0">
              <a:lnSpc>
                <a:spcPct val="83000"/>
              </a:lnSpc>
              <a:spcBef>
                <a:spcPts val="288"/>
              </a:spcBef>
              <a:spcAft>
                <a:spcPts val="0"/>
              </a:spcAft>
              <a:buSzPts val="1400"/>
              <a:buNone/>
              <a:defRPr sz="2000" b="0" i="0" u="none" strike="noStrike" cap="none">
                <a:solidFill>
                  <a:srgbClr val="000000"/>
                </a:solidFill>
                <a:latin typeface="Calibri"/>
                <a:ea typeface="Calibri"/>
                <a:cs typeface="Calibri"/>
                <a:sym typeface="Calibri"/>
              </a:defRPr>
            </a:lvl8pPr>
            <a:lvl9pPr marL="4114800" marR="0" lvl="8" indent="-228600" algn="l" rtl="0">
              <a:lnSpc>
                <a:spcPct val="83000"/>
              </a:lnSpc>
              <a:spcBef>
                <a:spcPts val="288"/>
              </a:spcBef>
              <a:spcAft>
                <a:spcPts val="0"/>
              </a:spcAft>
              <a:buSzPts val="1400"/>
              <a:buNone/>
              <a:defRPr sz="2000" b="0" i="0" u="none" strike="noStrike" cap="none">
                <a:solidFill>
                  <a:srgbClr val="000000"/>
                </a:solidFill>
                <a:latin typeface="Calibri"/>
                <a:ea typeface="Calibri"/>
                <a:cs typeface="Calibri"/>
                <a:sym typeface="Calibri"/>
              </a:defRPr>
            </a:lvl9pPr>
          </a:lstStyle>
          <a:p>
            <a:endParaRPr/>
          </a:p>
        </p:txBody>
      </p:sp>
      <p:sp>
        <p:nvSpPr>
          <p:cNvPr id="80" name="Google Shape;80;p1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r>
              <a:rPr lang="en-US"/>
              <a:t>17/9/2025</a:t>
            </a:r>
            <a:endParaRPr/>
          </a:p>
        </p:txBody>
      </p:sp>
      <p:sp>
        <p:nvSpPr>
          <p:cNvPr id="81" name="Google Shape;81;p14"/>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dk1"/>
              </a:solidFill>
              <a:latin typeface="Arial"/>
              <a:ea typeface="Arial"/>
              <a:cs typeface="Arial"/>
              <a:sym typeface="Arial"/>
            </a:endParaRPr>
          </a:p>
        </p:txBody>
      </p:sp>
      <p:sp>
        <p:nvSpPr>
          <p:cNvPr id="82" name="Google Shape;82;p1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rtl="0">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7" name="Google Shape;147;p26"/>
          <p:cNvSpPr/>
          <p:nvPr/>
        </p:nvSpPr>
        <p:spPr>
          <a:xfrm>
            <a:off x="1679575" y="-1684338"/>
            <a:ext cx="3543300" cy="3514726"/>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dk1"/>
              </a:solidFill>
              <a:latin typeface="Arial"/>
              <a:ea typeface="Arial"/>
              <a:cs typeface="Arial"/>
              <a:sym typeface="Arial"/>
            </a:endParaRPr>
          </a:p>
        </p:txBody>
      </p:sp>
      <p:pic>
        <p:nvPicPr>
          <p:cNvPr id="148" name="Google Shape;148;p26"/>
          <p:cNvPicPr preferRelativeResize="0"/>
          <p:nvPr/>
        </p:nvPicPr>
        <p:blipFill rotWithShape="1">
          <a:blip r:embed="rId3">
            <a:alphaModFix/>
          </a:blip>
          <a:srcRect/>
          <a:stretch/>
        </p:blipFill>
        <p:spPr>
          <a:xfrm>
            <a:off x="831850" y="300038"/>
            <a:ext cx="1066800" cy="1057275"/>
          </a:xfrm>
          <a:prstGeom prst="rect">
            <a:avLst/>
          </a:prstGeom>
          <a:noFill/>
          <a:ln>
            <a:noFill/>
          </a:ln>
        </p:spPr>
      </p:pic>
      <p:sp>
        <p:nvSpPr>
          <p:cNvPr id="149" name="Google Shape;149;p26"/>
          <p:cNvSpPr/>
          <p:nvPr/>
        </p:nvSpPr>
        <p:spPr>
          <a:xfrm>
            <a:off x="1898650" y="214313"/>
            <a:ext cx="8437563" cy="3014662"/>
          </a:xfrm>
          <a:prstGeom prst="rect">
            <a:avLst/>
          </a:prstGeom>
          <a:noFill/>
          <a:ln>
            <a:noFill/>
          </a:ln>
        </p:spPr>
        <p:txBody>
          <a:bodyPr spcFirstLastPara="1" wrap="square" lIns="90000" tIns="45000" rIns="90000" bIns="45000" anchor="t" anchorCtr="0">
            <a:noAutofit/>
          </a:bodyPr>
          <a:lstStyle/>
          <a:p>
            <a:pPr marL="0" marR="0" lvl="0" indent="0" algn="ctr" rtl="0">
              <a:lnSpc>
                <a:spcPct val="150000"/>
              </a:lnSpc>
              <a:spcBef>
                <a:spcPts val="0"/>
              </a:spcBef>
              <a:spcAft>
                <a:spcPts val="0"/>
              </a:spcAft>
              <a:buClr>
                <a:srgbClr val="000000"/>
              </a:buClr>
              <a:buSzPts val="2000"/>
              <a:buFont typeface="Times New Roman"/>
              <a:buNone/>
            </a:pPr>
            <a:r>
              <a:rPr lang="en-US" sz="2000" b="1" i="0" u="none" strike="noStrike" cap="none" dirty="0">
                <a:solidFill>
                  <a:srgbClr val="FF0066"/>
                </a:solidFill>
                <a:latin typeface="Times New Roman" panose="02020603050405020304" pitchFamily="18" charset="0"/>
                <a:cs typeface="Times New Roman" panose="02020603050405020304" pitchFamily="18" charset="0"/>
                <a:sym typeface="Arial"/>
              </a:rPr>
              <a:t>K. RAMAKRISHNAN COLLEGE OF ENGINEERING</a:t>
            </a:r>
            <a:endParaRPr dirty="0">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Clr>
                <a:srgbClr val="000000"/>
              </a:buClr>
              <a:buSzPts val="2000"/>
              <a:buFont typeface="Times New Roman"/>
              <a:buNone/>
            </a:pPr>
            <a:r>
              <a:rPr lang="en-US" sz="2000" b="1" i="0" u="none" strike="noStrike" cap="none" dirty="0">
                <a:solidFill>
                  <a:srgbClr val="FF0066"/>
                </a:solidFill>
                <a:latin typeface="Times New Roman" panose="02020603050405020304" pitchFamily="18" charset="0"/>
                <a:cs typeface="Times New Roman" panose="02020603050405020304" pitchFamily="18" charset="0"/>
                <a:sym typeface="Arial"/>
              </a:rPr>
              <a:t>(AUTONOMOUS), SAMAYAPURAM - TRICHY</a:t>
            </a:r>
            <a:br>
              <a:rPr lang="en-US" sz="2000" b="1" i="0" u="none" strike="noStrike" cap="none" dirty="0">
                <a:solidFill>
                  <a:srgbClr val="FF0066"/>
                </a:solidFill>
                <a:latin typeface="Times New Roman" panose="02020603050405020304" pitchFamily="18" charset="0"/>
                <a:cs typeface="Times New Roman" panose="02020603050405020304" pitchFamily="18" charset="0"/>
                <a:sym typeface="Arial"/>
              </a:rPr>
            </a:br>
            <a:r>
              <a:rPr lang="en-US" sz="2000" b="1" i="0" u="none" strike="noStrike" cap="none" dirty="0">
                <a:solidFill>
                  <a:srgbClr val="FF0066"/>
                </a:solidFill>
                <a:latin typeface="Times New Roman" panose="02020603050405020304" pitchFamily="18" charset="0"/>
                <a:cs typeface="Times New Roman" panose="02020603050405020304" pitchFamily="18" charset="0"/>
                <a:sym typeface="Arial"/>
              </a:rPr>
              <a:t>DEPARTMENT OF CSE</a:t>
            </a:r>
            <a:endParaRPr dirty="0">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Clr>
                <a:srgbClr val="000000"/>
              </a:buClr>
              <a:buSzPts val="2000"/>
              <a:buFont typeface="Times New Roman"/>
              <a:buNone/>
            </a:pPr>
            <a:r>
              <a:rPr lang="en-US" sz="2000" b="1" i="0" u="none" strike="noStrike" cap="none" dirty="0">
                <a:solidFill>
                  <a:srgbClr val="FF0066"/>
                </a:solidFill>
                <a:latin typeface="Times New Roman" panose="02020603050405020304" pitchFamily="18" charset="0"/>
                <a:cs typeface="Times New Roman" panose="02020603050405020304" pitchFamily="18" charset="0"/>
                <a:sym typeface="Arial"/>
              </a:rPr>
              <a:t>CSC1342 – R PROGRAMMING AND DATA ANALYTICS</a:t>
            </a:r>
            <a:endParaRPr dirty="0">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Clr>
                <a:srgbClr val="000000"/>
              </a:buClr>
              <a:buSzPts val="2000"/>
              <a:buFont typeface="Times New Roman"/>
              <a:buNone/>
            </a:pPr>
            <a:endParaRPr sz="2000" b="1" i="0" u="none" strike="noStrike" cap="none" dirty="0">
              <a:solidFill>
                <a:srgbClr val="FF0066"/>
              </a:solidFill>
              <a:latin typeface="Times New Roman" panose="02020603050405020304" pitchFamily="18" charset="0"/>
              <a:cs typeface="Times New Roman" panose="02020603050405020304" pitchFamily="18" charset="0"/>
              <a:sym typeface="Arial"/>
            </a:endParaRPr>
          </a:p>
          <a:p>
            <a:pPr marL="0" marR="0" lvl="0" indent="0" algn="ctr" rtl="0">
              <a:spcBef>
                <a:spcPts val="0"/>
              </a:spcBef>
              <a:spcAft>
                <a:spcPts val="0"/>
              </a:spcAft>
              <a:buClr>
                <a:srgbClr val="000000"/>
              </a:buClr>
              <a:buSzPts val="2000"/>
              <a:buFont typeface="Times New Roman"/>
              <a:buNone/>
            </a:pPr>
            <a:endParaRPr sz="2000" b="1" i="0" u="none" strike="noStrike" cap="none" dirty="0">
              <a:solidFill>
                <a:srgbClr val="0000FF"/>
              </a:solidFill>
              <a:latin typeface="Times New Roman" panose="02020603050405020304" pitchFamily="18" charset="0"/>
              <a:cs typeface="Times New Roman" panose="02020603050405020304" pitchFamily="18" charset="0"/>
              <a:sym typeface="Arial"/>
            </a:endParaRPr>
          </a:p>
        </p:txBody>
      </p:sp>
      <p:pic>
        <p:nvPicPr>
          <p:cNvPr id="150" name="Google Shape;150;p26" descr="KRCE Tiruchirappalli : Admission 2024, Courses, Fees, Placement, Cut Off"/>
          <p:cNvPicPr preferRelativeResize="0"/>
          <p:nvPr/>
        </p:nvPicPr>
        <p:blipFill rotWithShape="1">
          <a:blip r:embed="rId4">
            <a:alphaModFix/>
          </a:blip>
          <a:srcRect/>
          <a:stretch/>
        </p:blipFill>
        <p:spPr>
          <a:xfrm>
            <a:off x="10344150" y="260350"/>
            <a:ext cx="1219200" cy="1181100"/>
          </a:xfrm>
          <a:prstGeom prst="rect">
            <a:avLst/>
          </a:prstGeom>
          <a:noFill/>
          <a:ln>
            <a:noFill/>
          </a:ln>
        </p:spPr>
      </p:pic>
      <p:sp>
        <p:nvSpPr>
          <p:cNvPr id="151" name="Google Shape;151;p26"/>
          <p:cNvSpPr txBox="1"/>
          <p:nvPr/>
        </p:nvSpPr>
        <p:spPr>
          <a:xfrm>
            <a:off x="2798956" y="2735865"/>
            <a:ext cx="8034198"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00B050"/>
                </a:solidFill>
                <a:latin typeface="Times New Roman" panose="02020603050405020304" pitchFamily="18" charset="0"/>
                <a:cs typeface="Times New Roman" panose="02020603050405020304" pitchFamily="18" charset="0"/>
              </a:rPr>
              <a:t>CALORIES BURNT PREDICTION</a:t>
            </a:r>
            <a:endParaRPr sz="3200" b="1" i="0" u="none" strike="noStrike" cap="none" dirty="0">
              <a:solidFill>
                <a:srgbClr val="00B050"/>
              </a:solidFill>
              <a:latin typeface="Times New Roman" panose="02020603050405020304" pitchFamily="18" charset="0"/>
              <a:cs typeface="Times New Roman" panose="02020603050405020304" pitchFamily="18" charset="0"/>
              <a:sym typeface="Arial"/>
            </a:endParaRPr>
          </a:p>
        </p:txBody>
      </p:sp>
      <p:sp>
        <p:nvSpPr>
          <p:cNvPr id="8" name="Date Placeholder 7"/>
          <p:cNvSpPr>
            <a:spLocks noGrp="1"/>
          </p:cNvSpPr>
          <p:nvPr>
            <p:ph type="dt" idx="10"/>
          </p:nvPr>
        </p:nvSpPr>
        <p:spPr>
          <a:xfrm>
            <a:off x="608012" y="6352317"/>
            <a:ext cx="2843213" cy="363538"/>
          </a:xfrm>
        </p:spPr>
        <p:txBody>
          <a:bodyPr/>
          <a:lstStyle/>
          <a:p>
            <a:r>
              <a:rPr lang="en-US"/>
              <a:t>17/9/2025</a:t>
            </a:r>
            <a:endParaRPr lang="en-US" dirty="0"/>
          </a:p>
        </p:txBody>
      </p:sp>
      <p:sp>
        <p:nvSpPr>
          <p:cNvPr id="9" name="Google Shape;146;p26"/>
          <p:cNvSpPr txBox="1">
            <a:spLocks/>
          </p:cNvSpPr>
          <p:nvPr/>
        </p:nvSpPr>
        <p:spPr>
          <a:xfrm>
            <a:off x="0" y="3929440"/>
            <a:ext cx="11563350" cy="1722412"/>
          </a:xfrm>
          <a:prstGeom prst="rect">
            <a:avLst/>
          </a:prstGeom>
          <a:solidFill>
            <a:srgbClr val="FFFFFF"/>
          </a:solid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50000"/>
              </a:lnSpc>
              <a:spcBef>
                <a:spcPts val="0"/>
              </a:spcBef>
              <a:spcAft>
                <a:spcPts val="0"/>
              </a:spcAft>
              <a:buClr>
                <a:srgbClr val="000000"/>
              </a:buClr>
              <a:buSzPts val="2400"/>
              <a:buFont typeface="Times New Roman"/>
              <a:buNone/>
              <a:tabLst/>
              <a:defRPr/>
            </a:pP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a:cs typeface="Times New Roman" panose="02020603050405020304" pitchFamily="18" charset="0"/>
                <a:sym typeface="Arial Narrow"/>
              </a:rPr>
              <a:t>             PRESENTED BY                                                             SUPERVISOR</a:t>
            </a: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0" marR="0" lvl="0" indent="0" algn="just" defTabSz="914400" rtl="0" eaLnBrk="1" fontAlgn="auto" latinLnBrk="0" hangingPunct="1">
              <a:lnSpc>
                <a:spcPct val="150000"/>
              </a:lnSpc>
              <a:spcBef>
                <a:spcPts val="0"/>
              </a:spcBef>
              <a:spcAft>
                <a:spcPts val="0"/>
              </a:spcAft>
              <a:buClr>
                <a:srgbClr val="000000"/>
              </a:buClr>
              <a:buSzPts val="2400"/>
              <a:buFont typeface="Times New Roman"/>
              <a:buNone/>
              <a:tabLst/>
              <a:defRPr/>
            </a:pP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a:cs typeface="Times New Roman" panose="02020603050405020304" pitchFamily="18" charset="0"/>
                <a:sym typeface="Arial Narrow"/>
              </a:rPr>
              <a:t>             K.</a:t>
            </a:r>
            <a:r>
              <a:rPr kumimoji="0" lang="en-US" sz="2400" b="1" i="0" u="none" strike="noStrike" kern="0" cap="none" spc="0" normalizeH="0" noProof="0" dirty="0">
                <a:ln>
                  <a:noFill/>
                </a:ln>
                <a:solidFill>
                  <a:schemeClr val="dk1"/>
                </a:solidFill>
                <a:effectLst/>
                <a:uLnTx/>
                <a:uFillTx/>
                <a:latin typeface="Times New Roman" panose="02020603050405020304" pitchFamily="18" charset="0"/>
                <a:ea typeface="Arial Narrow"/>
                <a:cs typeface="Times New Roman" panose="02020603050405020304" pitchFamily="18" charset="0"/>
                <a:sym typeface="Arial Narrow"/>
              </a:rPr>
              <a:t> KRISHKANTH      </a:t>
            </a: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a:cs typeface="Times New Roman" panose="02020603050405020304" pitchFamily="18" charset="0"/>
                <a:sym typeface="Arial Narrow"/>
              </a:rPr>
              <a:t>                                  Mr. P. KASTHURI RENGAN M.E.,</a:t>
            </a: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0" marR="0" lvl="0" indent="0" defTabSz="914400" rtl="0" eaLnBrk="1" fontAlgn="auto" latinLnBrk="0" hangingPunct="1">
              <a:lnSpc>
                <a:spcPct val="150000"/>
              </a:lnSpc>
              <a:spcBef>
                <a:spcPts val="0"/>
              </a:spcBef>
              <a:spcAft>
                <a:spcPts val="0"/>
              </a:spcAft>
              <a:buClr>
                <a:srgbClr val="000000"/>
              </a:buClr>
              <a:buSzPts val="2400"/>
              <a:buFont typeface="Times New Roman"/>
              <a:buNone/>
              <a:tabLst/>
              <a:defRPr/>
            </a:pP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a:cs typeface="Times New Roman" panose="02020603050405020304" pitchFamily="18" charset="0"/>
                <a:sym typeface="Arial Narrow"/>
              </a:rPr>
              <a:t>             8115U23CS051</a:t>
            </a:r>
            <a:r>
              <a:rPr kumimoji="0" lang="en-US" sz="2400" b="1" i="0" u="none" strike="noStrike" kern="0" cap="none" spc="0" normalizeH="0" noProof="0" dirty="0">
                <a:ln>
                  <a:noFill/>
                </a:ln>
                <a:solidFill>
                  <a:schemeClr val="dk1"/>
                </a:solidFill>
                <a:effectLst/>
                <a:uLnTx/>
                <a:uFillTx/>
                <a:latin typeface="Times New Roman" panose="02020603050405020304" pitchFamily="18" charset="0"/>
                <a:ea typeface="Arial Narrow"/>
                <a:cs typeface="Times New Roman" panose="02020603050405020304" pitchFamily="18" charset="0"/>
                <a:sym typeface="Arial Narrow"/>
              </a:rPr>
              <a:t> </a:t>
            </a: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a:cs typeface="Times New Roman" panose="02020603050405020304" pitchFamily="18" charset="0"/>
                <a:sym typeface="Arial Narrow"/>
              </a:rPr>
              <a:t>                                              </a:t>
            </a:r>
            <a:r>
              <a:rPr kumimoji="0" lang="en-US" sz="2400" b="1" i="0" u="none" strike="noStrike" kern="0" cap="none" spc="0" normalizeH="0" noProof="0" dirty="0">
                <a:ln>
                  <a:noFill/>
                </a:ln>
                <a:solidFill>
                  <a:schemeClr val="dk1"/>
                </a:solidFill>
                <a:effectLst/>
                <a:uLnTx/>
                <a:uFillTx/>
                <a:latin typeface="Times New Roman" panose="02020603050405020304" pitchFamily="18" charset="0"/>
                <a:ea typeface="Arial Narrow"/>
                <a:cs typeface="Times New Roman" panose="02020603050405020304" pitchFamily="18" charset="0"/>
                <a:sym typeface="Arial Narrow"/>
              </a:rPr>
              <a:t> </a:t>
            </a: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a:cs typeface="Times New Roman" panose="02020603050405020304" pitchFamily="18" charset="0"/>
                <a:sym typeface="Arial Narrow"/>
              </a:rPr>
              <a:t>         Assistant Professor / CSE</a:t>
            </a: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0" marR="0" lvl="0" indent="0" algn="r" defTabSz="914400" rtl="0" eaLnBrk="1" fontAlgn="auto" latinLnBrk="0" hangingPunct="1">
              <a:lnSpc>
                <a:spcPct val="150000"/>
              </a:lnSpc>
              <a:spcBef>
                <a:spcPts val="363"/>
              </a:spcBef>
              <a:spcAft>
                <a:spcPts val="0"/>
              </a:spcAft>
              <a:buClr>
                <a:srgbClr val="000000"/>
              </a:buClr>
              <a:buSzPts val="1800"/>
              <a:buFont typeface="Times New Roman"/>
              <a:buNone/>
              <a:tabLst/>
              <a:defRPr/>
            </a:pPr>
            <a:endParaRPr kumimoji="0" lang="en-US" sz="2400" b="1" i="0" u="none" strike="noStrike" kern="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sym typeface="Arial"/>
            </a:endParaRPr>
          </a:p>
          <a:p>
            <a:pPr marL="0" marR="0" lvl="0" indent="0" algn="ctr" defTabSz="914400" rtl="0" eaLnBrk="1" fontAlgn="auto" latinLnBrk="0" hangingPunct="1">
              <a:lnSpc>
                <a:spcPct val="150000"/>
              </a:lnSpc>
              <a:spcBef>
                <a:spcPts val="363"/>
              </a:spcBef>
              <a:spcAft>
                <a:spcPts val="0"/>
              </a:spcAft>
              <a:buClr>
                <a:srgbClr val="000000"/>
              </a:buClr>
              <a:buSzPts val="1800"/>
              <a:buFont typeface="Times New Roman"/>
              <a:buNone/>
              <a:tabLst/>
              <a:defRPr/>
            </a:pPr>
            <a:endParaRPr kumimoji="0" lang="en-US" sz="2400" b="1" i="0" u="none" strike="noStrike" kern="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sym typeface="Arial"/>
            </a:endParaRPr>
          </a:p>
          <a:p>
            <a:pPr marL="0" marR="0" lvl="0" indent="0" algn="ctr" defTabSz="914400" rtl="0" eaLnBrk="1" fontAlgn="auto" latinLnBrk="0" hangingPunct="1">
              <a:lnSpc>
                <a:spcPct val="150000"/>
              </a:lnSpc>
              <a:spcBef>
                <a:spcPts val="363"/>
              </a:spcBef>
              <a:spcAft>
                <a:spcPts val="0"/>
              </a:spcAft>
              <a:buClr>
                <a:srgbClr val="000000"/>
              </a:buClr>
              <a:buSzPts val="1800"/>
              <a:buFont typeface="Times New Roman"/>
              <a:buNone/>
              <a:tabLst/>
              <a:defRPr/>
            </a:pPr>
            <a:r>
              <a:rPr kumimoji="0" lang="en-US" sz="2400" b="1" i="0" u="none" strike="noStrike" kern="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sym typeface="Arial"/>
              </a:rPr>
              <a:t>					</a:t>
            </a: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endParaRPr>
          </a:p>
          <a:p>
            <a:pPr marL="0" marR="0" lvl="0" indent="0" algn="ctr" defTabSz="914400" rtl="0" eaLnBrk="1" fontAlgn="auto" latinLnBrk="0" hangingPunct="1">
              <a:lnSpc>
                <a:spcPct val="150000"/>
              </a:lnSpc>
              <a:spcBef>
                <a:spcPts val="363"/>
              </a:spcBef>
              <a:spcAft>
                <a:spcPts val="0"/>
              </a:spcAft>
              <a:buClr>
                <a:srgbClr val="000000"/>
              </a:buClr>
              <a:buSzPts val="1800"/>
              <a:buFont typeface="Times New Roman"/>
              <a:buNone/>
              <a:tabLst/>
              <a:defRPr/>
            </a:pPr>
            <a:endParaRPr kumimoji="0" lang="en-US" sz="2400" b="1" i="0" u="none" strike="noStrike" kern="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sym typeface="Arial"/>
            </a:endParaRPr>
          </a:p>
          <a:p>
            <a:pPr marL="0" marR="0" lvl="0" indent="0" algn="ctr" defTabSz="914400" rtl="0" eaLnBrk="1" fontAlgn="auto" latinLnBrk="0" hangingPunct="1">
              <a:lnSpc>
                <a:spcPct val="150000"/>
              </a:lnSpc>
              <a:spcBef>
                <a:spcPts val="363"/>
              </a:spcBef>
              <a:spcAft>
                <a:spcPts val="0"/>
              </a:spcAft>
              <a:buClr>
                <a:srgbClr val="000000"/>
              </a:buClr>
              <a:buSzPts val="1800"/>
              <a:buFont typeface="Times New Roman"/>
              <a:buNone/>
              <a:tabLst/>
              <a:defRPr/>
            </a:pPr>
            <a:endParaRPr kumimoji="0" lang="en-US" sz="24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endParaRPr>
          </a:p>
          <a:p>
            <a:pPr marL="0" marR="0" lvl="0" indent="0" algn="r" defTabSz="914400" rtl="0" eaLnBrk="1" fontAlgn="auto" latinLnBrk="0" hangingPunct="1">
              <a:lnSpc>
                <a:spcPct val="150000"/>
              </a:lnSpc>
              <a:spcBef>
                <a:spcPts val="363"/>
              </a:spcBef>
              <a:spcAft>
                <a:spcPts val="0"/>
              </a:spcAft>
              <a:buClr>
                <a:srgbClr val="000000"/>
              </a:buClr>
              <a:buSzPts val="1800"/>
              <a:buFont typeface="Times New Roman"/>
              <a:buNone/>
              <a:tabLst/>
              <a:defRPr/>
            </a:pPr>
            <a:endParaRPr kumimoji="0" lang="en-US" sz="24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endParaRPr>
          </a:p>
          <a:p>
            <a:pPr marL="0" marR="0" lvl="0" indent="0" algn="r" defTabSz="914400" rtl="0" eaLnBrk="1" fontAlgn="auto" latinLnBrk="0" hangingPunct="1">
              <a:lnSpc>
                <a:spcPct val="150000"/>
              </a:lnSpc>
              <a:spcBef>
                <a:spcPts val="363"/>
              </a:spcBef>
              <a:spcAft>
                <a:spcPts val="0"/>
              </a:spcAft>
              <a:buClr>
                <a:srgbClr val="000000"/>
              </a:buClr>
              <a:buSzPts val="1800"/>
              <a:buFont typeface="Times New Roman"/>
              <a:buNone/>
              <a:tabLst/>
              <a:defRPr/>
            </a:pPr>
            <a:endParaRPr kumimoji="0" lang="en-US" sz="2400" b="0" i="0" u="none" strike="noStrike" kern="0" cap="none" spc="0" normalizeH="0" baseline="0" noProof="0" dirty="0">
              <a:ln>
                <a:noFill/>
              </a:ln>
              <a:solidFill>
                <a:srgbClr val="8B8B8B"/>
              </a:solidFill>
              <a:effectLst/>
              <a:uLnTx/>
              <a:uFillTx/>
              <a:latin typeface="Times New Roman" panose="02020603050405020304" pitchFamily="18" charset="0"/>
              <a:cs typeface="Times New Roman" panose="02020603050405020304" pitchFamily="18" charset="0"/>
              <a:sym typeface="Arial"/>
            </a:endParaRPr>
          </a:p>
          <a:p>
            <a:pPr marL="0" marR="0" lvl="0" indent="0" algn="r" defTabSz="914400" rtl="0" eaLnBrk="1" fontAlgn="auto" latinLnBrk="0" hangingPunct="1">
              <a:lnSpc>
                <a:spcPct val="150000"/>
              </a:lnSpc>
              <a:spcBef>
                <a:spcPts val="363"/>
              </a:spcBef>
              <a:spcAft>
                <a:spcPts val="0"/>
              </a:spcAft>
              <a:buClr>
                <a:srgbClr val="000000"/>
              </a:buClr>
              <a:buSzPts val="1800"/>
              <a:buFont typeface="Times New Roman"/>
              <a:buNone/>
              <a:tabLst/>
              <a:defRPr/>
            </a:pPr>
            <a:endParaRPr kumimoji="0" lang="en-US" sz="2400" b="0" i="0" u="none" strike="noStrike" kern="0" cap="none" spc="0" normalizeH="0" baseline="0" noProof="0" dirty="0">
              <a:ln>
                <a:noFill/>
              </a:ln>
              <a:solidFill>
                <a:srgbClr val="8B8B8B"/>
              </a:solidFill>
              <a:effectLst/>
              <a:uLnTx/>
              <a:uFillTx/>
              <a:latin typeface="Times New Roman" panose="02020603050405020304" pitchFamily="18" charset="0"/>
              <a:cs typeface="Times New Roman" panose="02020603050405020304" pitchFamily="18" charset="0"/>
              <a:sym typeface="Arial"/>
            </a:endParaRPr>
          </a:p>
          <a:p>
            <a:pPr marL="0" marR="0" lvl="0" indent="0" algn="r" defTabSz="914400" rtl="0" eaLnBrk="1" fontAlgn="auto" latinLnBrk="0" hangingPunct="1">
              <a:lnSpc>
                <a:spcPct val="150000"/>
              </a:lnSpc>
              <a:spcBef>
                <a:spcPts val="363"/>
              </a:spcBef>
              <a:spcAft>
                <a:spcPts val="0"/>
              </a:spcAft>
              <a:buClr>
                <a:srgbClr val="000000"/>
              </a:buClr>
              <a:buSzPts val="1800"/>
              <a:buFont typeface="Times New Roman"/>
              <a:buNone/>
              <a:tabLst/>
              <a:defRPr/>
            </a:pPr>
            <a:endParaRPr kumimoji="0" lang="en-US" sz="2400" b="0" i="0" u="none" strike="noStrike" kern="0" cap="none" spc="0" normalizeH="0" baseline="0" noProof="0" dirty="0">
              <a:ln>
                <a:noFill/>
              </a:ln>
              <a:solidFill>
                <a:srgbClr val="8B8B8B"/>
              </a:solidFill>
              <a:effectLst/>
              <a:uLnTx/>
              <a:uFillTx/>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7"/>
          <p:cNvSpPr txBox="1">
            <a:spLocks noGrp="1"/>
          </p:cNvSpPr>
          <p:nvPr>
            <p:ph type="title" idx="4294967295"/>
          </p:nvPr>
        </p:nvSpPr>
        <p:spPr>
          <a:xfrm>
            <a:off x="1981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sz="3000" b="1" dirty="0">
                <a:latin typeface="Times New Roman" panose="02020603050405020304" pitchFamily="18" charset="0"/>
                <a:ea typeface="Arial"/>
                <a:cs typeface="Times New Roman" panose="02020603050405020304" pitchFamily="18" charset="0"/>
                <a:sym typeface="Arial"/>
              </a:rPr>
              <a:t>PRESENTATION </a:t>
            </a:r>
            <a:r>
              <a:rPr lang="en-US" sz="3000" b="1" dirty="0">
                <a:latin typeface="Times New Roman" panose="02020603050405020304" pitchFamily="18" charset="0"/>
                <a:cs typeface="Times New Roman" panose="02020603050405020304" pitchFamily="18" charset="0"/>
                <a:sym typeface="Arial"/>
              </a:rPr>
              <a:t>OVERVIEW</a:t>
            </a:r>
            <a:endParaRPr lang="en-US" sz="3000" b="1" dirty="0">
              <a:latin typeface="Times New Roman" panose="02020603050405020304" pitchFamily="18" charset="0"/>
              <a:cs typeface="Times New Roman" panose="02020603050405020304" pitchFamily="18" charset="0"/>
            </a:endParaRPr>
          </a:p>
        </p:txBody>
      </p:sp>
      <p:sp>
        <p:nvSpPr>
          <p:cNvPr id="158" name="Google Shape;158;p27"/>
          <p:cNvSpPr txBox="1"/>
          <p:nvPr/>
        </p:nvSpPr>
        <p:spPr>
          <a:xfrm>
            <a:off x="831850" y="1514475"/>
            <a:ext cx="9822898" cy="4695825"/>
          </a:xfrm>
          <a:prstGeom prst="rect">
            <a:avLst/>
          </a:prstGeom>
          <a:noFill/>
          <a:ln>
            <a:noFill/>
          </a:ln>
        </p:spPr>
        <p:txBody>
          <a:bodyPr spcFirstLastPara="1" wrap="square" lIns="91425" tIns="45700" rIns="91425" bIns="45700" anchor="t" anchorCtr="0">
            <a:noAutofit/>
          </a:bodyPr>
          <a:lstStyle/>
          <a:p>
            <a:pPr marL="458787" marR="0" lvl="0" indent="-457200" algn="just" rtl="0">
              <a:lnSpc>
                <a:spcPct val="150000"/>
              </a:lnSpc>
              <a:spcBef>
                <a:spcPts val="0"/>
              </a:spcBef>
              <a:spcAft>
                <a:spcPts val="0"/>
              </a:spcAft>
              <a:buClr>
                <a:srgbClr val="000000"/>
              </a:buClr>
              <a:buSzPts val="1800"/>
              <a:buFont typeface="Calibri"/>
              <a:buAutoNum type="arabicPeriod"/>
            </a:pPr>
            <a:r>
              <a:rPr lang="en-US" sz="2400" i="0" u="none" strike="noStrike" cap="none" dirty="0">
                <a:solidFill>
                  <a:srgbClr val="000000"/>
                </a:solidFill>
                <a:latin typeface="Times New Roman" panose="02020603050405020304" pitchFamily="18" charset="0"/>
                <a:cs typeface="Times New Roman" panose="02020603050405020304" pitchFamily="18" charset="0"/>
                <a:sym typeface="Arial"/>
              </a:rPr>
              <a:t>Abstract</a:t>
            </a:r>
          </a:p>
          <a:p>
            <a:pPr marL="458787" marR="0" lvl="0" indent="-457200" algn="just" rtl="0">
              <a:lnSpc>
                <a:spcPct val="150000"/>
              </a:lnSpc>
              <a:spcBef>
                <a:spcPts val="0"/>
              </a:spcBef>
              <a:spcAft>
                <a:spcPts val="0"/>
              </a:spcAft>
              <a:buClr>
                <a:srgbClr val="000000"/>
              </a:buClr>
              <a:buSzPts val="1800"/>
              <a:buFont typeface="Calibri"/>
              <a:buAutoNum type="arabicPeriod"/>
            </a:pPr>
            <a:r>
              <a:rPr lang="en-US" sz="2400" i="0" u="none" strike="noStrike" cap="none" dirty="0">
                <a:solidFill>
                  <a:srgbClr val="000000"/>
                </a:solidFill>
                <a:latin typeface="Times New Roman" panose="02020603050405020304" pitchFamily="18" charset="0"/>
                <a:cs typeface="Times New Roman" panose="02020603050405020304" pitchFamily="18" charset="0"/>
                <a:sym typeface="Arial"/>
              </a:rPr>
              <a:t>Introduction</a:t>
            </a:r>
          </a:p>
          <a:p>
            <a:pPr marL="458787" marR="0" lvl="0" indent="-457200" algn="just" rtl="0">
              <a:lnSpc>
                <a:spcPct val="150000"/>
              </a:lnSpc>
              <a:spcBef>
                <a:spcPts val="0"/>
              </a:spcBef>
              <a:spcAft>
                <a:spcPts val="0"/>
              </a:spcAft>
              <a:buClr>
                <a:srgbClr val="000000"/>
              </a:buClr>
              <a:buSzPts val="1800"/>
              <a:buFont typeface="Calibri"/>
              <a:buAutoNum type="arabicPeriod"/>
            </a:pPr>
            <a:r>
              <a:rPr lang="en-US" sz="2400" i="0" u="none" strike="noStrike" cap="none" dirty="0">
                <a:solidFill>
                  <a:srgbClr val="000000"/>
                </a:solidFill>
                <a:latin typeface="Times New Roman" panose="02020603050405020304" pitchFamily="18" charset="0"/>
                <a:cs typeface="Times New Roman" panose="02020603050405020304" pitchFamily="18" charset="0"/>
                <a:sym typeface="Arial"/>
              </a:rPr>
              <a:t>Flowchart</a:t>
            </a:r>
          </a:p>
          <a:p>
            <a:pPr marL="458787" marR="0" lvl="0" indent="-457200" algn="just" rtl="0">
              <a:lnSpc>
                <a:spcPct val="150000"/>
              </a:lnSpc>
              <a:spcBef>
                <a:spcPts val="0"/>
              </a:spcBef>
              <a:spcAft>
                <a:spcPts val="0"/>
              </a:spcAft>
              <a:buClr>
                <a:srgbClr val="000000"/>
              </a:buClr>
              <a:buSzPts val="1800"/>
              <a:buFont typeface="Calibri"/>
              <a:buAutoNum type="arabicPeriod"/>
            </a:pPr>
            <a:r>
              <a:rPr lang="en-US" sz="2400" i="0" u="none" strike="noStrike" cap="none" dirty="0">
                <a:solidFill>
                  <a:srgbClr val="000000"/>
                </a:solidFill>
                <a:latin typeface="Times New Roman" panose="02020603050405020304" pitchFamily="18" charset="0"/>
                <a:cs typeface="Times New Roman" panose="02020603050405020304" pitchFamily="18" charset="0"/>
                <a:sym typeface="Arial"/>
              </a:rPr>
              <a:t>Modules</a:t>
            </a:r>
          </a:p>
          <a:p>
            <a:pPr marL="458787" marR="0" lvl="0" indent="-457200" algn="just" rtl="0">
              <a:lnSpc>
                <a:spcPct val="150000"/>
              </a:lnSpc>
              <a:spcBef>
                <a:spcPts val="0"/>
              </a:spcBef>
              <a:spcAft>
                <a:spcPts val="0"/>
              </a:spcAft>
              <a:buClr>
                <a:srgbClr val="000000"/>
              </a:buClr>
              <a:buSzPts val="1800"/>
              <a:buFont typeface="Calibri"/>
              <a:buAutoNum type="arabicPeriod"/>
            </a:pPr>
            <a:r>
              <a:rPr lang="en-US" sz="2400" i="0" u="none" strike="noStrike" cap="none" dirty="0">
                <a:solidFill>
                  <a:srgbClr val="000000"/>
                </a:solidFill>
                <a:latin typeface="Times New Roman" panose="02020603050405020304" pitchFamily="18" charset="0"/>
                <a:cs typeface="Times New Roman" panose="02020603050405020304" pitchFamily="18" charset="0"/>
                <a:sym typeface="Arial"/>
              </a:rPr>
              <a:t>Module with Explanation</a:t>
            </a:r>
          </a:p>
          <a:p>
            <a:pPr marL="458787" marR="0" lvl="0" indent="-457200" algn="just" rtl="0">
              <a:lnSpc>
                <a:spcPct val="150000"/>
              </a:lnSpc>
              <a:spcBef>
                <a:spcPts val="0"/>
              </a:spcBef>
              <a:spcAft>
                <a:spcPts val="0"/>
              </a:spcAft>
              <a:buClr>
                <a:srgbClr val="000000"/>
              </a:buClr>
              <a:buSzPts val="1800"/>
              <a:buFont typeface="Calibri"/>
              <a:buAutoNum type="arabicPeriod"/>
            </a:pPr>
            <a:r>
              <a:rPr lang="en-US" sz="2400" i="0" u="none" strike="noStrike" cap="none" dirty="0">
                <a:solidFill>
                  <a:srgbClr val="000000"/>
                </a:solidFill>
                <a:latin typeface="Times New Roman" panose="02020603050405020304" pitchFamily="18" charset="0"/>
                <a:cs typeface="Times New Roman" panose="02020603050405020304" pitchFamily="18" charset="0"/>
                <a:sym typeface="Arial"/>
              </a:rPr>
              <a:t>Module with Inputs</a:t>
            </a:r>
          </a:p>
          <a:p>
            <a:pPr marL="458787" marR="0" lvl="0" indent="-457200" algn="just" rtl="0">
              <a:lnSpc>
                <a:spcPct val="150000"/>
              </a:lnSpc>
              <a:spcBef>
                <a:spcPts val="0"/>
              </a:spcBef>
              <a:spcAft>
                <a:spcPts val="0"/>
              </a:spcAft>
              <a:buClr>
                <a:srgbClr val="000000"/>
              </a:buClr>
              <a:buSzPts val="1800"/>
              <a:buFont typeface="Calibri"/>
              <a:buAutoNum type="arabicPeriod"/>
            </a:pPr>
            <a:r>
              <a:rPr lang="en-US" sz="2400" i="0" u="none" strike="noStrike" cap="none" dirty="0">
                <a:solidFill>
                  <a:srgbClr val="000000"/>
                </a:solidFill>
                <a:latin typeface="Times New Roman" panose="02020603050405020304" pitchFamily="18" charset="0"/>
                <a:cs typeface="Times New Roman" panose="02020603050405020304" pitchFamily="18" charset="0"/>
                <a:sym typeface="Arial"/>
              </a:rPr>
              <a:t>Result</a:t>
            </a:r>
          </a:p>
          <a:p>
            <a:pPr marL="458787" marR="0" lvl="0" indent="-457200" algn="just" rtl="0">
              <a:lnSpc>
                <a:spcPct val="150000"/>
              </a:lnSpc>
              <a:spcBef>
                <a:spcPts val="0"/>
              </a:spcBef>
              <a:spcAft>
                <a:spcPts val="0"/>
              </a:spcAft>
              <a:buClr>
                <a:srgbClr val="000000"/>
              </a:buClr>
              <a:buSzPts val="1800"/>
              <a:buFont typeface="Calibri"/>
              <a:buAutoNum type="arabicPeriod"/>
            </a:pPr>
            <a:r>
              <a:rPr lang="en-US" sz="2400" i="0" u="none" strike="noStrike" cap="none" dirty="0">
                <a:solidFill>
                  <a:srgbClr val="000000"/>
                </a:solidFill>
                <a:latin typeface="Times New Roman" panose="02020603050405020304" pitchFamily="18" charset="0"/>
                <a:cs typeface="Times New Roman" panose="02020603050405020304" pitchFamily="18" charset="0"/>
                <a:sym typeface="Arial"/>
              </a:rPr>
              <a:t>Visualization Page</a:t>
            </a:r>
          </a:p>
        </p:txBody>
      </p:sp>
      <p:pic>
        <p:nvPicPr>
          <p:cNvPr id="159" name="Google Shape;159;p27"/>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160" name="Google Shape;160;p27" descr="KRCE Tiruchirappalli : Admission 2024, Courses, Fees, Placement, Cut Off"/>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6" name="Date Placeholder 5"/>
          <p:cNvSpPr>
            <a:spLocks noGrp="1"/>
          </p:cNvSpPr>
          <p:nvPr>
            <p:ph type="dt" idx="10"/>
          </p:nvPr>
        </p:nvSpPr>
        <p:spPr/>
        <p:txBody>
          <a:bodyPr/>
          <a:lstStyle/>
          <a:p>
            <a:r>
              <a:rPr lang="en-US"/>
              <a:t>17/9/2025</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8"/>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000" b="1" dirty="0">
                <a:latin typeface="Times New Roman" panose="02020603050405020304" pitchFamily="18" charset="0"/>
                <a:cs typeface="Times New Roman" panose="02020603050405020304" pitchFamily="18" charset="0"/>
                <a:sym typeface="Arial"/>
              </a:rPr>
              <a:t>ABSTRACT</a:t>
            </a:r>
            <a:endParaRPr sz="3000" b="1" dirty="0">
              <a:latin typeface="Times New Roman" panose="02020603050405020304" pitchFamily="18" charset="0"/>
              <a:cs typeface="Times New Roman" panose="02020603050405020304" pitchFamily="18" charset="0"/>
            </a:endParaRPr>
          </a:p>
        </p:txBody>
      </p:sp>
      <p:sp>
        <p:nvSpPr>
          <p:cNvPr id="167" name="Google Shape;167;p28"/>
          <p:cNvSpPr txBox="1">
            <a:spLocks noGrp="1"/>
          </p:cNvSpPr>
          <p:nvPr>
            <p:ph type="body" idx="1"/>
          </p:nvPr>
        </p:nvSpPr>
        <p:spPr>
          <a:xfrm>
            <a:off x="873900" y="1514475"/>
            <a:ext cx="10444200" cy="4524300"/>
          </a:xfrm>
          <a:prstGeom prst="rect">
            <a:avLst/>
          </a:prstGeom>
          <a:noFill/>
          <a:ln>
            <a:noFill/>
          </a:ln>
        </p:spPr>
        <p:txBody>
          <a:bodyPr spcFirstLastPara="1" wrap="square" lIns="91425" tIns="45700" rIns="91425" bIns="45700" anchor="ctr" anchorCtr="0">
            <a:noAutofit/>
          </a:bodyPr>
          <a:lstStyle/>
          <a:p>
            <a:pPr marL="0" indent="0" algn="just">
              <a:lnSpc>
                <a:spcPct val="150000"/>
              </a:lnSpc>
              <a:spcBef>
                <a:spcPts val="0"/>
              </a:spcBef>
              <a:buSzPts val="3200"/>
              <a:buNone/>
            </a:pPr>
            <a:r>
              <a:rPr lang="en-US" sz="3000" dirty="0">
                <a:latin typeface="Times New Roman" panose="02020603050405020304" pitchFamily="18" charset="0"/>
                <a:cs typeface="Times New Roman" panose="02020603050405020304" pitchFamily="18" charset="0"/>
              </a:rPr>
              <a:t>This project develops a calories burn prediction system using machine learning models - Linear Regression and Random Forest - trained on fitness-related data. The system predicts calories burnt based on user inputs like age, weight, heart rate, and activity duration, providing an interactive visualization dashboard.</a:t>
            </a:r>
            <a:endParaRPr sz="3000" dirty="0">
              <a:latin typeface="Times New Roman" panose="02020603050405020304" pitchFamily="18" charset="0"/>
              <a:cs typeface="Times New Roman" panose="02020603050405020304" pitchFamily="18" charset="0"/>
            </a:endParaRPr>
          </a:p>
        </p:txBody>
      </p:sp>
      <p:pic>
        <p:nvPicPr>
          <p:cNvPr id="168" name="Google Shape;168;p28"/>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169" name="Google Shape;169;p28" descr="KRCE Tiruchirappalli : Admission 2024, Courses, Fees, Placement, Cut Off"/>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6" name="Date Placeholder 5"/>
          <p:cNvSpPr>
            <a:spLocks noGrp="1"/>
          </p:cNvSpPr>
          <p:nvPr>
            <p:ph type="dt" idx="10"/>
          </p:nvPr>
        </p:nvSpPr>
        <p:spPr/>
        <p:txBody>
          <a:bodyPr/>
          <a:lstStyle/>
          <a:p>
            <a:r>
              <a:rPr lang="en-US"/>
              <a:t>17/9/2025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9"/>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cs typeface="Times New Roman" panose="02020603050405020304" pitchFamily="18" charset="0"/>
                <a:sym typeface="Arial"/>
              </a:rPr>
              <a:t>INTRODUCTION</a:t>
            </a:r>
            <a:endParaRPr sz="3000" b="1" dirty="0">
              <a:latin typeface="Times New Roman" panose="02020603050405020304" pitchFamily="18" charset="0"/>
              <a:cs typeface="Times New Roman" panose="02020603050405020304" pitchFamily="18" charset="0"/>
            </a:endParaRPr>
          </a:p>
        </p:txBody>
      </p:sp>
      <p:pic>
        <p:nvPicPr>
          <p:cNvPr id="176" name="Google Shape;176;p29"/>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177" name="Google Shape;177;p29" descr="KRCE Tiruchirappalli : Admission 2024, Courses, Fees, Placement, Cut Off"/>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178" name="Google Shape;178;p29"/>
          <p:cNvSpPr txBox="1">
            <a:spLocks noGrp="1"/>
          </p:cNvSpPr>
          <p:nvPr>
            <p:ph type="body" idx="1"/>
          </p:nvPr>
        </p:nvSpPr>
        <p:spPr>
          <a:xfrm>
            <a:off x="873912" y="1416150"/>
            <a:ext cx="10444200" cy="4524300"/>
          </a:xfrm>
          <a:prstGeom prst="rect">
            <a:avLst/>
          </a:prstGeom>
          <a:noFill/>
          <a:ln>
            <a:noFill/>
          </a:ln>
        </p:spPr>
        <p:txBody>
          <a:bodyPr spcFirstLastPara="1" wrap="square" lIns="91425" tIns="45700" rIns="91425" bIns="45700" anchor="ctr" anchorCtr="0">
            <a:noAutofit/>
          </a:bodyPr>
          <a:lstStyle/>
          <a:p>
            <a:pPr marL="0" indent="0" algn="just">
              <a:lnSpc>
                <a:spcPct val="150000"/>
              </a:lnSpc>
              <a:spcBef>
                <a:spcPts val="0"/>
              </a:spcBef>
              <a:buSzPts val="3200"/>
              <a:buNone/>
            </a:pPr>
            <a:r>
              <a:rPr lang="en-US" sz="3000" dirty="0">
                <a:latin typeface="Times New Roman" panose="02020603050405020304" pitchFamily="18" charset="0"/>
                <a:cs typeface="Times New Roman" panose="02020603050405020304" pitchFamily="18" charset="0"/>
              </a:rPr>
              <a:t>Accurately estimating calories burned during physical activities is crucial for personal fitness management and health monitoring. This project leverages data-driven modeling techniques to predict calories burned, helping users track exercise efficiency and make informed health choices.</a:t>
            </a:r>
            <a:endParaRPr sz="30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idx="10"/>
          </p:nvPr>
        </p:nvSpPr>
        <p:spPr/>
        <p:txBody>
          <a:bodyPr/>
          <a:lstStyle/>
          <a:p>
            <a:r>
              <a:rPr lang="en-US"/>
              <a:t>17/9/2025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4"/>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a:cs typeface="Times New Roman" panose="02020603050405020304" pitchFamily="18" charset="0"/>
                <a:sym typeface="Arial"/>
              </a:rPr>
              <a:t>FLOWCHART</a:t>
            </a:r>
            <a:endParaRPr sz="3000" b="1" dirty="0">
              <a:latin typeface="Times New Roman" panose="02020603050405020304" pitchFamily="18" charset="0"/>
              <a:ea typeface="Arial"/>
              <a:cs typeface="Times New Roman" panose="02020603050405020304" pitchFamily="18" charset="0"/>
              <a:sym typeface="Arial"/>
            </a:endParaRPr>
          </a:p>
        </p:txBody>
      </p:sp>
      <p:pic>
        <p:nvPicPr>
          <p:cNvPr id="221" name="Google Shape;221;p34"/>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22" name="Google Shape;222;p34" descr="KRCE Tiruchirappalli : Admission 2024, Courses, Fees, Placement, Cut Off"/>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6" name="Date Placeholder 5"/>
          <p:cNvSpPr>
            <a:spLocks noGrp="1"/>
          </p:cNvSpPr>
          <p:nvPr>
            <p:ph type="dt" idx="10"/>
          </p:nvPr>
        </p:nvSpPr>
        <p:spPr/>
        <p:txBody>
          <a:bodyPr/>
          <a:lstStyle/>
          <a:p>
            <a:r>
              <a:rPr lang="en-US"/>
              <a:t>17/9/2025</a:t>
            </a:r>
          </a:p>
        </p:txBody>
      </p:sp>
      <p:pic>
        <p:nvPicPr>
          <p:cNvPr id="3" name="Picture 2">
            <a:extLst>
              <a:ext uri="{FF2B5EF4-FFF2-40B4-BE49-F238E27FC236}">
                <a16:creationId xmlns:a16="http://schemas.microsoft.com/office/drawing/2014/main" id="{D4E38646-0D10-5A0B-27F6-E133613FC533}"/>
              </a:ext>
            </a:extLst>
          </p:cNvPr>
          <p:cNvPicPr>
            <a:picLocks noChangeAspect="1"/>
          </p:cNvPicPr>
          <p:nvPr/>
        </p:nvPicPr>
        <p:blipFill>
          <a:blip r:embed="rId5"/>
          <a:srcRect/>
          <a:stretch/>
        </p:blipFill>
        <p:spPr>
          <a:xfrm>
            <a:off x="4488438" y="1124315"/>
            <a:ext cx="4502674" cy="54138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1"/>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000" b="1" dirty="0">
                <a:latin typeface="Times New Roman" panose="02020603050405020304" pitchFamily="18" charset="0"/>
                <a:cs typeface="Times New Roman" panose="02020603050405020304" pitchFamily="18" charset="0"/>
                <a:sym typeface="Arial"/>
              </a:rPr>
              <a:t>MODULES</a:t>
            </a:r>
            <a:endParaRPr sz="3000" b="1" dirty="0">
              <a:latin typeface="Times New Roman" panose="02020603050405020304" pitchFamily="18" charset="0"/>
              <a:cs typeface="Times New Roman" panose="02020603050405020304" pitchFamily="18" charset="0"/>
              <a:sym typeface="Arial"/>
            </a:endParaRPr>
          </a:p>
        </p:txBody>
      </p:sp>
      <p:pic>
        <p:nvPicPr>
          <p:cNvPr id="194" name="Google Shape;194;p31"/>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195" name="Google Shape;195;p31" descr="KRCE Tiruchirappalli : Admission 2024, Courses, Fees, Placement, Cut Off"/>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196" name="Google Shape;196;p31"/>
          <p:cNvSpPr txBox="1">
            <a:spLocks noGrp="1"/>
          </p:cNvSpPr>
          <p:nvPr>
            <p:ph type="body" idx="1"/>
          </p:nvPr>
        </p:nvSpPr>
        <p:spPr>
          <a:xfrm>
            <a:off x="873150" y="1514475"/>
            <a:ext cx="10444200" cy="4524300"/>
          </a:xfrm>
          <a:prstGeom prst="rect">
            <a:avLst/>
          </a:prstGeom>
          <a:noFill/>
          <a:ln>
            <a:noFill/>
          </a:ln>
        </p:spPr>
        <p:txBody>
          <a:bodyPr spcFirstLastPara="1" wrap="square" lIns="91425" tIns="45700" rIns="91425" bIns="45700" anchor="ctr" anchorCtr="0">
            <a:noAutofit/>
          </a:bodyPr>
          <a:lstStyle/>
          <a:p>
            <a:pPr indent="-457200" algn="just">
              <a:lnSpc>
                <a:spcPct val="200000"/>
              </a:lnSpc>
              <a:spcBef>
                <a:spcPts val="0"/>
              </a:spcBef>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Data Loading and Preprocessing</a:t>
            </a:r>
          </a:p>
          <a:p>
            <a:pPr indent="-457200" algn="just">
              <a:lnSpc>
                <a:spcPct val="200000"/>
              </a:lnSpc>
              <a:spcBef>
                <a:spcPts val="0"/>
              </a:spcBef>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Model Training</a:t>
            </a:r>
          </a:p>
          <a:p>
            <a:pPr indent="-457200" algn="just">
              <a:lnSpc>
                <a:spcPct val="200000"/>
              </a:lnSpc>
              <a:spcBef>
                <a:spcPts val="0"/>
              </a:spcBef>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User Input Collection</a:t>
            </a:r>
          </a:p>
          <a:p>
            <a:pPr indent="-457200" algn="just">
              <a:lnSpc>
                <a:spcPct val="200000"/>
              </a:lnSpc>
              <a:spcBef>
                <a:spcPts val="0"/>
              </a:spcBef>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Prediction Computation</a:t>
            </a:r>
          </a:p>
          <a:p>
            <a:pPr indent="-457200" algn="just">
              <a:lnSpc>
                <a:spcPct val="200000"/>
              </a:lnSpc>
              <a:spcBef>
                <a:spcPts val="0"/>
              </a:spcBef>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Visualization Generation</a:t>
            </a:r>
          </a:p>
          <a:p>
            <a:pPr indent="-457200" algn="just">
              <a:lnSpc>
                <a:spcPct val="200000"/>
              </a:lnSpc>
              <a:spcBef>
                <a:spcPts val="0"/>
              </a:spcBef>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Result Reporting</a:t>
            </a:r>
          </a:p>
        </p:txBody>
      </p:sp>
      <p:sp>
        <p:nvSpPr>
          <p:cNvPr id="6" name="Date Placeholder 5"/>
          <p:cNvSpPr>
            <a:spLocks noGrp="1"/>
          </p:cNvSpPr>
          <p:nvPr>
            <p:ph type="dt" idx="10"/>
          </p:nvPr>
        </p:nvSpPr>
        <p:spPr/>
        <p:txBody>
          <a:bodyPr/>
          <a:lstStyle/>
          <a:p>
            <a:r>
              <a:rPr lang="en-US"/>
              <a:t>17/9/2025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7"/>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2400" b="1" dirty="0">
                <a:latin typeface="Times New Roman" panose="02020603050405020304" pitchFamily="18" charset="0"/>
                <a:ea typeface="Arial"/>
                <a:cs typeface="Times New Roman" panose="02020603050405020304" pitchFamily="18" charset="0"/>
                <a:sym typeface="Arial"/>
              </a:rPr>
              <a:t>MODULE 1 – DATA LOADING AND PREPROCESSING  </a:t>
            </a:r>
            <a:endParaRPr sz="2400" b="1" dirty="0">
              <a:latin typeface="Times New Roman" panose="02020603050405020304" pitchFamily="18" charset="0"/>
              <a:ea typeface="Arial"/>
              <a:cs typeface="Times New Roman" panose="02020603050405020304" pitchFamily="18" charset="0"/>
              <a:sym typeface="Arial"/>
            </a:endParaRPr>
          </a:p>
        </p:txBody>
      </p:sp>
      <p:pic>
        <p:nvPicPr>
          <p:cNvPr id="248" name="Google Shape;248;p37"/>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49" name="Google Shape;249;p37" descr="KRCE Tiruchirappalli : Admission 2024, Courses, Fees, Placement, Cut Off"/>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250" name="Google Shape;250;p37"/>
          <p:cNvSpPr txBox="1">
            <a:spLocks noGrp="1"/>
          </p:cNvSpPr>
          <p:nvPr>
            <p:ph type="body" idx="1"/>
          </p:nvPr>
        </p:nvSpPr>
        <p:spPr>
          <a:xfrm>
            <a:off x="873813" y="1330325"/>
            <a:ext cx="10402200" cy="4524300"/>
          </a:xfrm>
          <a:prstGeom prst="rect">
            <a:avLst/>
          </a:prstGeom>
          <a:noFill/>
          <a:ln>
            <a:noFill/>
          </a:ln>
        </p:spPr>
        <p:txBody>
          <a:bodyPr spcFirstLastPara="1" wrap="square" lIns="91425" tIns="45700" rIns="91425" bIns="45700" anchor="ctr" anchorCtr="0">
            <a:noAutofit/>
          </a:bodyPr>
          <a:lstStyle/>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Loads calorie dataset and removes missing values.</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Converts categorical variables (e.g., Gender) to factors for analysis.</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Engineers BMI feature combining weight and height for better modeling.</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Prepares clean, structured data ready for machine learning.</a:t>
            </a:r>
          </a:p>
        </p:txBody>
      </p:sp>
      <p:sp>
        <p:nvSpPr>
          <p:cNvPr id="6" name="Date Placeholder 5"/>
          <p:cNvSpPr>
            <a:spLocks noGrp="1"/>
          </p:cNvSpPr>
          <p:nvPr>
            <p:ph type="dt" idx="10"/>
          </p:nvPr>
        </p:nvSpPr>
        <p:spPr/>
        <p:txBody>
          <a:bodyPr/>
          <a:lstStyle/>
          <a:p>
            <a:r>
              <a:rPr lang="en-US"/>
              <a:t>17/9/2025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2278F8EA-4FDB-5720-4F78-4A5EDF890F8D}"/>
            </a:ext>
          </a:extLst>
        </p:cNvPr>
        <p:cNvGrpSpPr/>
        <p:nvPr/>
      </p:nvGrpSpPr>
      <p:grpSpPr>
        <a:xfrm>
          <a:off x="0" y="0"/>
          <a:ext cx="0" cy="0"/>
          <a:chOff x="0" y="0"/>
          <a:chExt cx="0" cy="0"/>
        </a:xfrm>
      </p:grpSpPr>
      <p:sp>
        <p:nvSpPr>
          <p:cNvPr id="247" name="Google Shape;247;p37">
            <a:extLst>
              <a:ext uri="{FF2B5EF4-FFF2-40B4-BE49-F238E27FC236}">
                <a16:creationId xmlns:a16="http://schemas.microsoft.com/office/drawing/2014/main" id="{94BD35B8-2631-E42F-DD25-3092D20504BB}"/>
              </a:ext>
            </a:extLst>
          </p:cNvPr>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2400" b="1" dirty="0">
                <a:latin typeface="Times New Roman" panose="02020603050405020304" pitchFamily="18" charset="0"/>
                <a:ea typeface="Arial"/>
                <a:cs typeface="Times New Roman" panose="02020603050405020304" pitchFamily="18" charset="0"/>
                <a:sym typeface="Arial"/>
              </a:rPr>
              <a:t>MODULE 2 – MODEL TRAINING</a:t>
            </a:r>
            <a:endParaRPr sz="2400" b="1" dirty="0">
              <a:latin typeface="Times New Roman" panose="02020603050405020304" pitchFamily="18" charset="0"/>
              <a:ea typeface="Arial"/>
              <a:cs typeface="Times New Roman" panose="02020603050405020304" pitchFamily="18" charset="0"/>
              <a:sym typeface="Arial"/>
            </a:endParaRPr>
          </a:p>
        </p:txBody>
      </p:sp>
      <p:pic>
        <p:nvPicPr>
          <p:cNvPr id="248" name="Google Shape;248;p37">
            <a:extLst>
              <a:ext uri="{FF2B5EF4-FFF2-40B4-BE49-F238E27FC236}">
                <a16:creationId xmlns:a16="http://schemas.microsoft.com/office/drawing/2014/main" id="{D8959E25-7809-53C3-AF73-4C54647C436D}"/>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49" name="Google Shape;249;p37" descr="KRCE Tiruchirappalli : Admission 2024, Courses, Fees, Placement, Cut Off">
            <a:extLst>
              <a:ext uri="{FF2B5EF4-FFF2-40B4-BE49-F238E27FC236}">
                <a16:creationId xmlns:a16="http://schemas.microsoft.com/office/drawing/2014/main" id="{97747D15-C0A0-4DC8-5C1C-464A06926E3A}"/>
              </a:ext>
            </a:extLst>
          </p:cNvPr>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250" name="Google Shape;250;p37">
            <a:extLst>
              <a:ext uri="{FF2B5EF4-FFF2-40B4-BE49-F238E27FC236}">
                <a16:creationId xmlns:a16="http://schemas.microsoft.com/office/drawing/2014/main" id="{4C856D68-156B-DE8A-9FFA-0DF59165C405}"/>
              </a:ext>
            </a:extLst>
          </p:cNvPr>
          <p:cNvSpPr txBox="1">
            <a:spLocks noGrp="1"/>
          </p:cNvSpPr>
          <p:nvPr>
            <p:ph type="body" idx="1"/>
          </p:nvPr>
        </p:nvSpPr>
        <p:spPr>
          <a:xfrm>
            <a:off x="831850" y="1764630"/>
            <a:ext cx="10749050" cy="3819533"/>
          </a:xfrm>
          <a:prstGeom prst="rect">
            <a:avLst/>
          </a:prstGeom>
          <a:noFill/>
          <a:ln>
            <a:noFill/>
          </a:ln>
        </p:spPr>
        <p:txBody>
          <a:bodyPr spcFirstLastPara="1" wrap="square" lIns="91425" tIns="45700" rIns="91425" bIns="45700" anchor="ctr" anchorCtr="0">
            <a:noAutofit/>
          </a:bodyPr>
          <a:lstStyle/>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Trains Linear Regression model to capture linear relationships in data.</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Builds Random Forest ensemble to model complex, nonlinear patterns.</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Evaluates both models using RMSE metric on a test dataset.</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Selects best-performing model for use in predictions.</a:t>
            </a:r>
          </a:p>
        </p:txBody>
      </p:sp>
      <p:sp>
        <p:nvSpPr>
          <p:cNvPr id="6" name="Date Placeholder 5">
            <a:extLst>
              <a:ext uri="{FF2B5EF4-FFF2-40B4-BE49-F238E27FC236}">
                <a16:creationId xmlns:a16="http://schemas.microsoft.com/office/drawing/2014/main" id="{433C3ABA-9B77-D5AA-43EB-A91A50A0D452}"/>
              </a:ext>
            </a:extLst>
          </p:cNvPr>
          <p:cNvSpPr>
            <a:spLocks noGrp="1"/>
          </p:cNvSpPr>
          <p:nvPr>
            <p:ph type="dt" idx="10"/>
          </p:nvPr>
        </p:nvSpPr>
        <p:spPr/>
        <p:txBody>
          <a:bodyPr/>
          <a:lstStyle/>
          <a:p>
            <a:r>
              <a:rPr lang="en-US"/>
              <a:t>17/9/2025</a:t>
            </a:r>
          </a:p>
        </p:txBody>
      </p:sp>
    </p:spTree>
    <p:extLst>
      <p:ext uri="{BB962C8B-B14F-4D97-AF65-F5344CB8AC3E}">
        <p14:creationId xmlns:p14="http://schemas.microsoft.com/office/powerpoint/2010/main" val="388036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A6D5AC99-3F5D-3A1C-43BE-599F04C7C945}"/>
            </a:ext>
          </a:extLst>
        </p:cNvPr>
        <p:cNvGrpSpPr/>
        <p:nvPr/>
      </p:nvGrpSpPr>
      <p:grpSpPr>
        <a:xfrm>
          <a:off x="0" y="0"/>
          <a:ext cx="0" cy="0"/>
          <a:chOff x="0" y="0"/>
          <a:chExt cx="0" cy="0"/>
        </a:xfrm>
      </p:grpSpPr>
      <p:sp>
        <p:nvSpPr>
          <p:cNvPr id="247" name="Google Shape;247;p37">
            <a:extLst>
              <a:ext uri="{FF2B5EF4-FFF2-40B4-BE49-F238E27FC236}">
                <a16:creationId xmlns:a16="http://schemas.microsoft.com/office/drawing/2014/main" id="{212214FA-2B23-8655-5BDD-BDF454498A33}"/>
              </a:ext>
            </a:extLst>
          </p:cNvPr>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2400" b="1" dirty="0">
                <a:latin typeface="Times New Roman" panose="02020603050405020304" pitchFamily="18" charset="0"/>
                <a:ea typeface="Arial"/>
                <a:cs typeface="Times New Roman" panose="02020603050405020304" pitchFamily="18" charset="0"/>
                <a:sym typeface="Arial"/>
              </a:rPr>
              <a:t>MODULE 3 – USER INPUT COLLECTION</a:t>
            </a:r>
            <a:endParaRPr sz="2400" b="1" dirty="0">
              <a:latin typeface="Times New Roman" panose="02020603050405020304" pitchFamily="18" charset="0"/>
              <a:ea typeface="Arial"/>
              <a:cs typeface="Times New Roman" panose="02020603050405020304" pitchFamily="18" charset="0"/>
              <a:sym typeface="Arial"/>
            </a:endParaRPr>
          </a:p>
        </p:txBody>
      </p:sp>
      <p:pic>
        <p:nvPicPr>
          <p:cNvPr id="248" name="Google Shape;248;p37">
            <a:extLst>
              <a:ext uri="{FF2B5EF4-FFF2-40B4-BE49-F238E27FC236}">
                <a16:creationId xmlns:a16="http://schemas.microsoft.com/office/drawing/2014/main" id="{E56DDC71-BF69-09A9-69C6-582A7FC2B63B}"/>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49" name="Google Shape;249;p37" descr="KRCE Tiruchirappalli : Admission 2024, Courses, Fees, Placement, Cut Off">
            <a:extLst>
              <a:ext uri="{FF2B5EF4-FFF2-40B4-BE49-F238E27FC236}">
                <a16:creationId xmlns:a16="http://schemas.microsoft.com/office/drawing/2014/main" id="{AC45A424-DF37-4A47-0C05-904074788BC5}"/>
              </a:ext>
            </a:extLst>
          </p:cNvPr>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250" name="Google Shape;250;p37">
            <a:extLst>
              <a:ext uri="{FF2B5EF4-FFF2-40B4-BE49-F238E27FC236}">
                <a16:creationId xmlns:a16="http://schemas.microsoft.com/office/drawing/2014/main" id="{D3243287-1CA5-B319-31C9-D3EDFE8950E5}"/>
              </a:ext>
            </a:extLst>
          </p:cNvPr>
          <p:cNvSpPr txBox="1">
            <a:spLocks noGrp="1"/>
          </p:cNvSpPr>
          <p:nvPr>
            <p:ph type="body" idx="1"/>
          </p:nvPr>
        </p:nvSpPr>
        <p:spPr>
          <a:xfrm>
            <a:off x="831850" y="1573212"/>
            <a:ext cx="10749050" cy="3819533"/>
          </a:xfrm>
          <a:prstGeom prst="rect">
            <a:avLst/>
          </a:prstGeom>
          <a:noFill/>
          <a:ln>
            <a:noFill/>
          </a:ln>
        </p:spPr>
        <p:txBody>
          <a:bodyPr spcFirstLastPara="1" wrap="square" lIns="91425" tIns="45700" rIns="91425" bIns="45700" anchor="ctr" anchorCtr="0">
            <a:noAutofit/>
          </a:bodyPr>
          <a:lstStyle/>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Collects individual user fitness details via console inputs.</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Inputs include age, gender, height, weight, activity duration, heart rate, temperature.</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Personalizes predictions based on user's current biometric data.</a:t>
            </a:r>
          </a:p>
        </p:txBody>
      </p:sp>
      <p:sp>
        <p:nvSpPr>
          <p:cNvPr id="6" name="Date Placeholder 5">
            <a:extLst>
              <a:ext uri="{FF2B5EF4-FFF2-40B4-BE49-F238E27FC236}">
                <a16:creationId xmlns:a16="http://schemas.microsoft.com/office/drawing/2014/main" id="{3F9D297D-57F9-9408-FE09-5B352DA3ACB8}"/>
              </a:ext>
            </a:extLst>
          </p:cNvPr>
          <p:cNvSpPr>
            <a:spLocks noGrp="1"/>
          </p:cNvSpPr>
          <p:nvPr>
            <p:ph type="dt" idx="10"/>
          </p:nvPr>
        </p:nvSpPr>
        <p:spPr/>
        <p:txBody>
          <a:bodyPr/>
          <a:lstStyle/>
          <a:p>
            <a:r>
              <a:rPr lang="en-US"/>
              <a:t>17/9/2025</a:t>
            </a:r>
          </a:p>
        </p:txBody>
      </p:sp>
    </p:spTree>
    <p:extLst>
      <p:ext uri="{BB962C8B-B14F-4D97-AF65-F5344CB8AC3E}">
        <p14:creationId xmlns:p14="http://schemas.microsoft.com/office/powerpoint/2010/main" val="1462426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3C45DE10-A3B1-889A-4231-B4028642E70D}"/>
            </a:ext>
          </a:extLst>
        </p:cNvPr>
        <p:cNvGrpSpPr/>
        <p:nvPr/>
      </p:nvGrpSpPr>
      <p:grpSpPr>
        <a:xfrm>
          <a:off x="0" y="0"/>
          <a:ext cx="0" cy="0"/>
          <a:chOff x="0" y="0"/>
          <a:chExt cx="0" cy="0"/>
        </a:xfrm>
      </p:grpSpPr>
      <p:sp>
        <p:nvSpPr>
          <p:cNvPr id="247" name="Google Shape;247;p37">
            <a:extLst>
              <a:ext uri="{FF2B5EF4-FFF2-40B4-BE49-F238E27FC236}">
                <a16:creationId xmlns:a16="http://schemas.microsoft.com/office/drawing/2014/main" id="{C0779015-2EF4-D6BF-299E-8C7384869077}"/>
              </a:ext>
            </a:extLst>
          </p:cNvPr>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2400" b="1" dirty="0">
                <a:latin typeface="Times New Roman" panose="02020603050405020304" pitchFamily="18" charset="0"/>
                <a:ea typeface="Arial"/>
                <a:cs typeface="Times New Roman" panose="02020603050405020304" pitchFamily="18" charset="0"/>
                <a:sym typeface="Arial"/>
              </a:rPr>
              <a:t>MODULE 4 – PREDICTION COMPUTATION</a:t>
            </a:r>
            <a:endParaRPr sz="2400" b="1" dirty="0">
              <a:latin typeface="Times New Roman" panose="02020603050405020304" pitchFamily="18" charset="0"/>
              <a:ea typeface="Arial"/>
              <a:cs typeface="Times New Roman" panose="02020603050405020304" pitchFamily="18" charset="0"/>
              <a:sym typeface="Arial"/>
            </a:endParaRPr>
          </a:p>
        </p:txBody>
      </p:sp>
      <p:pic>
        <p:nvPicPr>
          <p:cNvPr id="248" name="Google Shape;248;p37">
            <a:extLst>
              <a:ext uri="{FF2B5EF4-FFF2-40B4-BE49-F238E27FC236}">
                <a16:creationId xmlns:a16="http://schemas.microsoft.com/office/drawing/2014/main" id="{D1A2CD75-C201-D02D-1151-04F25700BBCB}"/>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49" name="Google Shape;249;p37" descr="KRCE Tiruchirappalli : Admission 2024, Courses, Fees, Placement, Cut Off">
            <a:extLst>
              <a:ext uri="{FF2B5EF4-FFF2-40B4-BE49-F238E27FC236}">
                <a16:creationId xmlns:a16="http://schemas.microsoft.com/office/drawing/2014/main" id="{50E78523-4968-D626-B9E2-71BDF5845E74}"/>
              </a:ext>
            </a:extLst>
          </p:cNvPr>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250" name="Google Shape;250;p37">
            <a:extLst>
              <a:ext uri="{FF2B5EF4-FFF2-40B4-BE49-F238E27FC236}">
                <a16:creationId xmlns:a16="http://schemas.microsoft.com/office/drawing/2014/main" id="{2FBB5444-E43F-1A34-7113-5F31A6BAD9DB}"/>
              </a:ext>
            </a:extLst>
          </p:cNvPr>
          <p:cNvSpPr txBox="1">
            <a:spLocks noGrp="1"/>
          </p:cNvSpPr>
          <p:nvPr>
            <p:ph type="body" idx="1"/>
          </p:nvPr>
        </p:nvSpPr>
        <p:spPr>
          <a:xfrm>
            <a:off x="831850" y="1573212"/>
            <a:ext cx="10749050" cy="3819533"/>
          </a:xfrm>
          <a:prstGeom prst="rect">
            <a:avLst/>
          </a:prstGeom>
          <a:noFill/>
          <a:ln>
            <a:noFill/>
          </a:ln>
        </p:spPr>
        <p:txBody>
          <a:bodyPr spcFirstLastPara="1" wrap="square" lIns="91425" tIns="45700" rIns="91425" bIns="45700" anchor="ctr" anchorCtr="0">
            <a:noAutofit/>
          </a:bodyPr>
          <a:lstStyle/>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Calculates BMI from user inputs.</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Applies trained models to estimate calories burnt based on input data.</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Chooses prediction from best-performing model for accuracy.</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Provides user-specific calorie burn estimate.</a:t>
            </a:r>
          </a:p>
        </p:txBody>
      </p:sp>
      <p:sp>
        <p:nvSpPr>
          <p:cNvPr id="6" name="Date Placeholder 5">
            <a:extLst>
              <a:ext uri="{FF2B5EF4-FFF2-40B4-BE49-F238E27FC236}">
                <a16:creationId xmlns:a16="http://schemas.microsoft.com/office/drawing/2014/main" id="{2DE915A5-A5AF-EFAF-0FD5-D6FCC0EDA2E1}"/>
              </a:ext>
            </a:extLst>
          </p:cNvPr>
          <p:cNvSpPr>
            <a:spLocks noGrp="1"/>
          </p:cNvSpPr>
          <p:nvPr>
            <p:ph type="dt" idx="10"/>
          </p:nvPr>
        </p:nvSpPr>
        <p:spPr/>
        <p:txBody>
          <a:bodyPr/>
          <a:lstStyle/>
          <a:p>
            <a:r>
              <a:rPr lang="en-US"/>
              <a:t>17/9/2025</a:t>
            </a:r>
          </a:p>
        </p:txBody>
      </p:sp>
    </p:spTree>
    <p:extLst>
      <p:ext uri="{BB962C8B-B14F-4D97-AF65-F5344CB8AC3E}">
        <p14:creationId xmlns:p14="http://schemas.microsoft.com/office/powerpoint/2010/main" val="3033892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FB52C21A-2D3E-5350-4728-642730AFC1CE}"/>
            </a:ext>
          </a:extLst>
        </p:cNvPr>
        <p:cNvGrpSpPr/>
        <p:nvPr/>
      </p:nvGrpSpPr>
      <p:grpSpPr>
        <a:xfrm>
          <a:off x="0" y="0"/>
          <a:ext cx="0" cy="0"/>
          <a:chOff x="0" y="0"/>
          <a:chExt cx="0" cy="0"/>
        </a:xfrm>
      </p:grpSpPr>
      <p:sp>
        <p:nvSpPr>
          <p:cNvPr id="247" name="Google Shape;247;p37">
            <a:extLst>
              <a:ext uri="{FF2B5EF4-FFF2-40B4-BE49-F238E27FC236}">
                <a16:creationId xmlns:a16="http://schemas.microsoft.com/office/drawing/2014/main" id="{356F4DEE-70C7-4FAB-C822-F6185B3FEDD9}"/>
              </a:ext>
            </a:extLst>
          </p:cNvPr>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2400" b="1" dirty="0">
                <a:latin typeface="Times New Roman" panose="02020603050405020304" pitchFamily="18" charset="0"/>
                <a:ea typeface="Arial"/>
                <a:cs typeface="Times New Roman" panose="02020603050405020304" pitchFamily="18" charset="0"/>
                <a:sym typeface="Arial"/>
              </a:rPr>
              <a:t>MODULE 5 – VISUALIZATION GENERATION</a:t>
            </a:r>
            <a:endParaRPr sz="2400" b="1" dirty="0">
              <a:latin typeface="Times New Roman" panose="02020603050405020304" pitchFamily="18" charset="0"/>
              <a:ea typeface="Arial"/>
              <a:cs typeface="Times New Roman" panose="02020603050405020304" pitchFamily="18" charset="0"/>
              <a:sym typeface="Arial"/>
            </a:endParaRPr>
          </a:p>
        </p:txBody>
      </p:sp>
      <p:pic>
        <p:nvPicPr>
          <p:cNvPr id="248" name="Google Shape;248;p37">
            <a:extLst>
              <a:ext uri="{FF2B5EF4-FFF2-40B4-BE49-F238E27FC236}">
                <a16:creationId xmlns:a16="http://schemas.microsoft.com/office/drawing/2014/main" id="{57FE73E9-CE85-3DBE-A9C4-AFFCD7AB3809}"/>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49" name="Google Shape;249;p37" descr="KRCE Tiruchirappalli : Admission 2024, Courses, Fees, Placement, Cut Off">
            <a:extLst>
              <a:ext uri="{FF2B5EF4-FFF2-40B4-BE49-F238E27FC236}">
                <a16:creationId xmlns:a16="http://schemas.microsoft.com/office/drawing/2014/main" id="{F8796F78-9129-D926-1748-F6EF2ED52E2C}"/>
              </a:ext>
            </a:extLst>
          </p:cNvPr>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250" name="Google Shape;250;p37">
            <a:extLst>
              <a:ext uri="{FF2B5EF4-FFF2-40B4-BE49-F238E27FC236}">
                <a16:creationId xmlns:a16="http://schemas.microsoft.com/office/drawing/2014/main" id="{C72029C5-E137-8A0E-4F4E-2D24864E612F}"/>
              </a:ext>
            </a:extLst>
          </p:cNvPr>
          <p:cNvSpPr txBox="1">
            <a:spLocks noGrp="1"/>
          </p:cNvSpPr>
          <p:nvPr>
            <p:ph type="body" idx="1"/>
          </p:nvPr>
        </p:nvSpPr>
        <p:spPr>
          <a:xfrm>
            <a:off x="831850" y="1831927"/>
            <a:ext cx="10749050" cy="3819533"/>
          </a:xfrm>
          <a:prstGeom prst="rect">
            <a:avLst/>
          </a:prstGeom>
          <a:noFill/>
          <a:ln>
            <a:noFill/>
          </a:ln>
        </p:spPr>
        <p:txBody>
          <a:bodyPr spcFirstLastPara="1" wrap="square" lIns="91425" tIns="45700" rIns="91425" bIns="45700" anchor="ctr" anchorCtr="0">
            <a:noAutofit/>
          </a:bodyPr>
          <a:lstStyle/>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Creates correlation heatmap to show feature relationships.</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Plots feature importance from Random Forest model.</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Displays model comparison with RMSE values.</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Shows residual distribution for error analysis.</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Plots Actual vs Predicted values for model validation.</a:t>
            </a:r>
          </a:p>
        </p:txBody>
      </p:sp>
      <p:sp>
        <p:nvSpPr>
          <p:cNvPr id="6" name="Date Placeholder 5">
            <a:extLst>
              <a:ext uri="{FF2B5EF4-FFF2-40B4-BE49-F238E27FC236}">
                <a16:creationId xmlns:a16="http://schemas.microsoft.com/office/drawing/2014/main" id="{34F85E1A-7EA7-486B-5A85-2D51FCCE44C6}"/>
              </a:ext>
            </a:extLst>
          </p:cNvPr>
          <p:cNvSpPr>
            <a:spLocks noGrp="1"/>
          </p:cNvSpPr>
          <p:nvPr>
            <p:ph type="dt" idx="10"/>
          </p:nvPr>
        </p:nvSpPr>
        <p:spPr/>
        <p:txBody>
          <a:bodyPr/>
          <a:lstStyle/>
          <a:p>
            <a:r>
              <a:rPr lang="en-US"/>
              <a:t>17/9/2025</a:t>
            </a:r>
          </a:p>
        </p:txBody>
      </p:sp>
    </p:spTree>
    <p:extLst>
      <p:ext uri="{BB962C8B-B14F-4D97-AF65-F5344CB8AC3E}">
        <p14:creationId xmlns:p14="http://schemas.microsoft.com/office/powerpoint/2010/main" val="4269870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D9C42A64-A283-D0CE-8C88-461628D4AE9E}"/>
            </a:ext>
          </a:extLst>
        </p:cNvPr>
        <p:cNvGrpSpPr/>
        <p:nvPr/>
      </p:nvGrpSpPr>
      <p:grpSpPr>
        <a:xfrm>
          <a:off x="0" y="0"/>
          <a:ext cx="0" cy="0"/>
          <a:chOff x="0" y="0"/>
          <a:chExt cx="0" cy="0"/>
        </a:xfrm>
      </p:grpSpPr>
      <p:sp>
        <p:nvSpPr>
          <p:cNvPr id="247" name="Google Shape;247;p37">
            <a:extLst>
              <a:ext uri="{FF2B5EF4-FFF2-40B4-BE49-F238E27FC236}">
                <a16:creationId xmlns:a16="http://schemas.microsoft.com/office/drawing/2014/main" id="{FEF14667-053A-446D-7F57-232B67748E1E}"/>
              </a:ext>
            </a:extLst>
          </p:cNvPr>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2400" b="1" dirty="0">
                <a:latin typeface="Times New Roman" panose="02020603050405020304" pitchFamily="18" charset="0"/>
                <a:ea typeface="Arial"/>
                <a:cs typeface="Times New Roman" panose="02020603050405020304" pitchFamily="18" charset="0"/>
                <a:sym typeface="Arial"/>
              </a:rPr>
              <a:t>MODULE 6 – RESULT REPORTING</a:t>
            </a:r>
            <a:endParaRPr sz="2400" b="1" dirty="0">
              <a:latin typeface="Times New Roman" panose="02020603050405020304" pitchFamily="18" charset="0"/>
              <a:ea typeface="Arial"/>
              <a:cs typeface="Times New Roman" panose="02020603050405020304" pitchFamily="18" charset="0"/>
              <a:sym typeface="Arial"/>
            </a:endParaRPr>
          </a:p>
        </p:txBody>
      </p:sp>
      <p:pic>
        <p:nvPicPr>
          <p:cNvPr id="248" name="Google Shape;248;p37">
            <a:extLst>
              <a:ext uri="{FF2B5EF4-FFF2-40B4-BE49-F238E27FC236}">
                <a16:creationId xmlns:a16="http://schemas.microsoft.com/office/drawing/2014/main" id="{8DDF071E-CAA4-21D4-BC52-E4007E3B4D72}"/>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49" name="Google Shape;249;p37" descr="KRCE Tiruchirappalli : Admission 2024, Courses, Fees, Placement, Cut Off">
            <a:extLst>
              <a:ext uri="{FF2B5EF4-FFF2-40B4-BE49-F238E27FC236}">
                <a16:creationId xmlns:a16="http://schemas.microsoft.com/office/drawing/2014/main" id="{01653CD5-39FB-AB8D-C1A2-0D89E220174C}"/>
              </a:ext>
            </a:extLst>
          </p:cNvPr>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250" name="Google Shape;250;p37">
            <a:extLst>
              <a:ext uri="{FF2B5EF4-FFF2-40B4-BE49-F238E27FC236}">
                <a16:creationId xmlns:a16="http://schemas.microsoft.com/office/drawing/2014/main" id="{97BD23BE-0957-ED5D-1066-3D05E15A1C38}"/>
              </a:ext>
            </a:extLst>
          </p:cNvPr>
          <p:cNvSpPr txBox="1">
            <a:spLocks noGrp="1"/>
          </p:cNvSpPr>
          <p:nvPr>
            <p:ph type="body" idx="1"/>
          </p:nvPr>
        </p:nvSpPr>
        <p:spPr>
          <a:xfrm>
            <a:off x="831850" y="1573212"/>
            <a:ext cx="10749050" cy="3819533"/>
          </a:xfrm>
          <a:prstGeom prst="rect">
            <a:avLst/>
          </a:prstGeom>
          <a:noFill/>
          <a:ln>
            <a:noFill/>
          </a:ln>
        </p:spPr>
        <p:txBody>
          <a:bodyPr spcFirstLastPara="1" wrap="square" lIns="91425" tIns="45700" rIns="91425" bIns="45700" anchor="ctr" anchorCtr="0">
            <a:noAutofit/>
          </a:bodyPr>
          <a:lstStyle/>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Presents selected model used for prediction.</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Displays predicted calories burnt with user data.</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Saves and shows all visualizations for performance insights.</a:t>
            </a:r>
          </a:p>
          <a:p>
            <a:pPr indent="-457200" algn="just">
              <a:lnSpc>
                <a:spcPct val="200000"/>
              </a:lnSpc>
              <a:spcBef>
                <a:spcPts val="0"/>
              </a:spcBef>
              <a:buSzPct val="10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Summarizes model reliability and prediction accuracy.</a:t>
            </a:r>
          </a:p>
        </p:txBody>
      </p:sp>
      <p:sp>
        <p:nvSpPr>
          <p:cNvPr id="6" name="Date Placeholder 5">
            <a:extLst>
              <a:ext uri="{FF2B5EF4-FFF2-40B4-BE49-F238E27FC236}">
                <a16:creationId xmlns:a16="http://schemas.microsoft.com/office/drawing/2014/main" id="{EB333DDD-32D9-B295-7DA9-3F6905260BBF}"/>
              </a:ext>
            </a:extLst>
          </p:cNvPr>
          <p:cNvSpPr>
            <a:spLocks noGrp="1"/>
          </p:cNvSpPr>
          <p:nvPr>
            <p:ph type="dt" idx="10"/>
          </p:nvPr>
        </p:nvSpPr>
        <p:spPr/>
        <p:txBody>
          <a:bodyPr/>
          <a:lstStyle/>
          <a:p>
            <a:r>
              <a:rPr lang="en-US"/>
              <a:t>17/9/2025</a:t>
            </a:r>
          </a:p>
        </p:txBody>
      </p:sp>
    </p:spTree>
    <p:extLst>
      <p:ext uri="{BB962C8B-B14F-4D97-AF65-F5344CB8AC3E}">
        <p14:creationId xmlns:p14="http://schemas.microsoft.com/office/powerpoint/2010/main" val="3755555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2"/>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a:cs typeface="Times New Roman" panose="02020603050405020304" pitchFamily="18" charset="0"/>
                <a:sym typeface="Arial"/>
              </a:rPr>
              <a:t>MODULES INPUTS</a:t>
            </a:r>
            <a:endParaRPr sz="3000" b="1" dirty="0">
              <a:latin typeface="Times New Roman" panose="02020603050405020304" pitchFamily="18" charset="0"/>
              <a:ea typeface="Arial"/>
              <a:cs typeface="Times New Roman" panose="02020603050405020304" pitchFamily="18" charset="0"/>
              <a:sym typeface="Arial"/>
            </a:endParaRPr>
          </a:p>
        </p:txBody>
      </p:sp>
      <p:pic>
        <p:nvPicPr>
          <p:cNvPr id="203" name="Google Shape;203;p32"/>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04" name="Google Shape;204;p32" descr="KRCE Tiruchirappalli : Admission 2024, Courses, Fees, Placement, Cut Off"/>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205" name="Google Shape;205;p32"/>
          <p:cNvSpPr txBox="1">
            <a:spLocks noGrp="1"/>
          </p:cNvSpPr>
          <p:nvPr>
            <p:ph type="body" idx="1"/>
          </p:nvPr>
        </p:nvSpPr>
        <p:spPr>
          <a:xfrm>
            <a:off x="873150" y="1573212"/>
            <a:ext cx="10444200" cy="4524300"/>
          </a:xfrm>
          <a:prstGeom prst="rect">
            <a:avLst/>
          </a:prstGeom>
          <a:noFill/>
          <a:ln>
            <a:noFill/>
          </a:ln>
        </p:spPr>
        <p:txBody>
          <a:bodyPr spcFirstLastPara="1" wrap="square" lIns="91425" tIns="45700" rIns="91425" bIns="45700" anchor="ctr" anchorCtr="0">
            <a:noAutofit/>
          </a:bodyPr>
          <a:lstStyle/>
          <a:p>
            <a:pPr marL="342900" algn="just">
              <a:lnSpc>
                <a:spcPct val="150000"/>
              </a:lnSpc>
              <a:spcBef>
                <a:spcPts val="0"/>
              </a:spcBef>
              <a:buSzPct val="1000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Gender                           :              </a:t>
            </a:r>
            <a:r>
              <a:rPr lang="en-US" sz="2400" dirty="0">
                <a:latin typeface="Times New Roman" panose="02020603050405020304" pitchFamily="18" charset="0"/>
                <a:cs typeface="Times New Roman" panose="02020603050405020304" pitchFamily="18" charset="0"/>
              </a:rPr>
              <a:t>Male or Female (categorical)</a:t>
            </a:r>
          </a:p>
          <a:p>
            <a:pPr marL="342900" algn="just">
              <a:lnSpc>
                <a:spcPct val="150000"/>
              </a:lnSpc>
              <a:spcBef>
                <a:spcPts val="0"/>
              </a:spcBef>
              <a:buSzPct val="1000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Age                                 :              </a:t>
            </a:r>
            <a:r>
              <a:rPr lang="en-US" sz="2400" dirty="0">
                <a:latin typeface="Times New Roman" panose="02020603050405020304" pitchFamily="18" charset="0"/>
                <a:cs typeface="Times New Roman" panose="02020603050405020304" pitchFamily="18" charset="0"/>
              </a:rPr>
              <a:t>10 to 90 years</a:t>
            </a:r>
          </a:p>
          <a:p>
            <a:pPr marL="342900" algn="just">
              <a:lnSpc>
                <a:spcPct val="150000"/>
              </a:lnSpc>
              <a:spcBef>
                <a:spcPts val="0"/>
              </a:spcBef>
              <a:buSzPct val="1000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Height                            :              </a:t>
            </a:r>
            <a:r>
              <a:rPr lang="en-US" sz="2400" dirty="0">
                <a:latin typeface="Times New Roman" panose="02020603050405020304" pitchFamily="18" charset="0"/>
                <a:cs typeface="Times New Roman" panose="02020603050405020304" pitchFamily="18" charset="0"/>
              </a:rPr>
              <a:t>100 cm to 220 cm</a:t>
            </a:r>
          </a:p>
          <a:p>
            <a:pPr marL="342900" algn="just">
              <a:lnSpc>
                <a:spcPct val="150000"/>
              </a:lnSpc>
              <a:spcBef>
                <a:spcPts val="0"/>
              </a:spcBef>
              <a:buSzPct val="1000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Weight                           :              </a:t>
            </a:r>
            <a:r>
              <a:rPr lang="en-US" sz="2400" dirty="0">
                <a:latin typeface="Times New Roman" panose="02020603050405020304" pitchFamily="18" charset="0"/>
                <a:cs typeface="Times New Roman" panose="02020603050405020304" pitchFamily="18" charset="0"/>
              </a:rPr>
              <a:t>30 kg to 150 kg</a:t>
            </a:r>
          </a:p>
          <a:p>
            <a:pPr marL="342900" algn="just">
              <a:lnSpc>
                <a:spcPct val="150000"/>
              </a:lnSpc>
              <a:spcBef>
                <a:spcPts val="0"/>
              </a:spcBef>
              <a:buSzPct val="1000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Duration                        :              </a:t>
            </a:r>
            <a:r>
              <a:rPr lang="en-US" sz="2400" dirty="0">
                <a:latin typeface="Times New Roman" panose="02020603050405020304" pitchFamily="18" charset="0"/>
                <a:cs typeface="Times New Roman" panose="02020603050405020304" pitchFamily="18" charset="0"/>
              </a:rPr>
              <a:t>1 to 300 minutes (exercise/activity time)</a:t>
            </a:r>
          </a:p>
          <a:p>
            <a:pPr marL="342900" algn="just">
              <a:lnSpc>
                <a:spcPct val="150000"/>
              </a:lnSpc>
              <a:spcBef>
                <a:spcPts val="0"/>
              </a:spcBef>
              <a:buSzPct val="1000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Heart Rate                     :              </a:t>
            </a:r>
            <a:r>
              <a:rPr lang="en-US" sz="2400" dirty="0">
                <a:latin typeface="Times New Roman" panose="02020603050405020304" pitchFamily="18" charset="0"/>
                <a:cs typeface="Times New Roman" panose="02020603050405020304" pitchFamily="18" charset="0"/>
              </a:rPr>
              <a:t>40 to 200 beats per minute</a:t>
            </a:r>
          </a:p>
          <a:p>
            <a:pPr marL="342900" algn="just">
              <a:lnSpc>
                <a:spcPct val="150000"/>
              </a:lnSpc>
              <a:spcBef>
                <a:spcPts val="0"/>
              </a:spcBef>
              <a:buSzPct val="1000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Body Temperature       :              </a:t>
            </a:r>
            <a:r>
              <a:rPr lang="en-US" sz="2400" dirty="0">
                <a:latin typeface="Times New Roman" panose="02020603050405020304" pitchFamily="18" charset="0"/>
                <a:cs typeface="Times New Roman" panose="02020603050405020304" pitchFamily="18" charset="0"/>
              </a:rPr>
              <a:t>35 to 42 °C</a:t>
            </a:r>
          </a:p>
        </p:txBody>
      </p:sp>
      <p:sp>
        <p:nvSpPr>
          <p:cNvPr id="6" name="Date Placeholder 5"/>
          <p:cNvSpPr>
            <a:spLocks noGrp="1"/>
          </p:cNvSpPr>
          <p:nvPr>
            <p:ph type="dt" idx="10"/>
          </p:nvPr>
        </p:nvSpPr>
        <p:spPr/>
        <p:txBody>
          <a:bodyPr/>
          <a:lstStyle/>
          <a:p>
            <a:r>
              <a:rPr lang="en-US"/>
              <a:t>17/9/2025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5B16F9D3-563C-82CB-75BE-5A48B8A9537F}"/>
            </a:ext>
          </a:extLst>
        </p:cNvPr>
        <p:cNvGrpSpPr/>
        <p:nvPr/>
      </p:nvGrpSpPr>
      <p:grpSpPr>
        <a:xfrm>
          <a:off x="0" y="0"/>
          <a:ext cx="0" cy="0"/>
          <a:chOff x="0" y="0"/>
          <a:chExt cx="0" cy="0"/>
        </a:xfrm>
      </p:grpSpPr>
      <p:sp>
        <p:nvSpPr>
          <p:cNvPr id="247" name="Google Shape;247;p37">
            <a:extLst>
              <a:ext uri="{FF2B5EF4-FFF2-40B4-BE49-F238E27FC236}">
                <a16:creationId xmlns:a16="http://schemas.microsoft.com/office/drawing/2014/main" id="{388F1899-01DB-B3EC-E413-AEC473144259}"/>
              </a:ext>
            </a:extLst>
          </p:cNvPr>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a:cs typeface="Times New Roman" panose="02020603050405020304" pitchFamily="18" charset="0"/>
                <a:sym typeface="Arial"/>
              </a:rPr>
              <a:t>RESULT</a:t>
            </a:r>
            <a:endParaRPr sz="3000" b="1" dirty="0">
              <a:latin typeface="Times New Roman" panose="02020603050405020304" pitchFamily="18" charset="0"/>
              <a:ea typeface="Arial"/>
              <a:cs typeface="Times New Roman" panose="02020603050405020304" pitchFamily="18" charset="0"/>
              <a:sym typeface="Arial"/>
            </a:endParaRPr>
          </a:p>
        </p:txBody>
      </p:sp>
      <p:pic>
        <p:nvPicPr>
          <p:cNvPr id="248" name="Google Shape;248;p37">
            <a:extLst>
              <a:ext uri="{FF2B5EF4-FFF2-40B4-BE49-F238E27FC236}">
                <a16:creationId xmlns:a16="http://schemas.microsoft.com/office/drawing/2014/main" id="{64FDFF87-D492-1C15-7033-77657D0B84FE}"/>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49" name="Google Shape;249;p37" descr="KRCE Tiruchirappalli : Admission 2024, Courses, Fees, Placement, Cut Off">
            <a:extLst>
              <a:ext uri="{FF2B5EF4-FFF2-40B4-BE49-F238E27FC236}">
                <a16:creationId xmlns:a16="http://schemas.microsoft.com/office/drawing/2014/main" id="{039419F0-0CDA-C7FF-206C-C1055813EB56}"/>
              </a:ext>
            </a:extLst>
          </p:cNvPr>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250" name="Google Shape;250;p37">
            <a:extLst>
              <a:ext uri="{FF2B5EF4-FFF2-40B4-BE49-F238E27FC236}">
                <a16:creationId xmlns:a16="http://schemas.microsoft.com/office/drawing/2014/main" id="{ACC6DB06-ACFB-1AC4-965A-937603970B8F}"/>
              </a:ext>
            </a:extLst>
          </p:cNvPr>
          <p:cNvSpPr txBox="1">
            <a:spLocks noGrp="1"/>
          </p:cNvSpPr>
          <p:nvPr>
            <p:ph type="body" idx="1"/>
          </p:nvPr>
        </p:nvSpPr>
        <p:spPr>
          <a:xfrm>
            <a:off x="873813" y="1445335"/>
            <a:ext cx="10402200" cy="4524300"/>
          </a:xfrm>
          <a:prstGeom prst="rect">
            <a:avLst/>
          </a:prstGeom>
          <a:noFill/>
          <a:ln>
            <a:noFill/>
          </a:ln>
        </p:spPr>
        <p:txBody>
          <a:bodyPr spcFirstLastPara="1" wrap="square" lIns="91425" tIns="45700" rIns="91425" bIns="45700" anchor="ctr" anchorCtr="0">
            <a:noAutofit/>
          </a:bodyPr>
          <a:lstStyle/>
          <a:p>
            <a:pPr marL="0" indent="0" algn="just">
              <a:lnSpc>
                <a:spcPct val="200000"/>
              </a:lnSpc>
              <a:spcBef>
                <a:spcPts val="0"/>
              </a:spcBef>
              <a:buSzPts val="3200"/>
              <a:buNone/>
            </a:pPr>
            <a:r>
              <a:rPr lang="en-US" sz="2400" dirty="0">
                <a:latin typeface="Times New Roman" panose="02020603050405020304" pitchFamily="18" charset="0"/>
                <a:cs typeface="Times New Roman" panose="02020603050405020304" pitchFamily="18" charset="0"/>
              </a:rPr>
              <a:t>The project accurately predicts calories burnt using trained Linear Regression and Random Forest models based on user inputs, providing personalized and reliable calorie estimates. Visualizations confirm the model's performance and key influencing factors.</a:t>
            </a:r>
          </a:p>
        </p:txBody>
      </p:sp>
      <p:sp>
        <p:nvSpPr>
          <p:cNvPr id="6" name="Date Placeholder 5">
            <a:extLst>
              <a:ext uri="{FF2B5EF4-FFF2-40B4-BE49-F238E27FC236}">
                <a16:creationId xmlns:a16="http://schemas.microsoft.com/office/drawing/2014/main" id="{19BE423E-B9D5-D06E-44C4-7E0DF4A13C98}"/>
              </a:ext>
            </a:extLst>
          </p:cNvPr>
          <p:cNvSpPr>
            <a:spLocks noGrp="1"/>
          </p:cNvSpPr>
          <p:nvPr>
            <p:ph type="dt" idx="10"/>
          </p:nvPr>
        </p:nvSpPr>
        <p:spPr/>
        <p:txBody>
          <a:bodyPr/>
          <a:lstStyle/>
          <a:p>
            <a:r>
              <a:rPr lang="en-US"/>
              <a:t>17/9/2025</a:t>
            </a:r>
          </a:p>
        </p:txBody>
      </p:sp>
    </p:spTree>
    <p:extLst>
      <p:ext uri="{BB962C8B-B14F-4D97-AF65-F5344CB8AC3E}">
        <p14:creationId xmlns:p14="http://schemas.microsoft.com/office/powerpoint/2010/main" val="203424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716FFF56-BDF1-9DFD-7716-60FEF3B16C32}"/>
            </a:ext>
          </a:extLst>
        </p:cNvPr>
        <p:cNvGrpSpPr/>
        <p:nvPr/>
      </p:nvGrpSpPr>
      <p:grpSpPr>
        <a:xfrm>
          <a:off x="0" y="0"/>
          <a:ext cx="0" cy="0"/>
          <a:chOff x="0" y="0"/>
          <a:chExt cx="0" cy="0"/>
        </a:xfrm>
      </p:grpSpPr>
      <p:sp>
        <p:nvSpPr>
          <p:cNvPr id="247" name="Google Shape;247;p37">
            <a:extLst>
              <a:ext uri="{FF2B5EF4-FFF2-40B4-BE49-F238E27FC236}">
                <a16:creationId xmlns:a16="http://schemas.microsoft.com/office/drawing/2014/main" id="{E9EF07EB-7323-BC87-9BF8-20EBC523A3CA}"/>
              </a:ext>
            </a:extLst>
          </p:cNvPr>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a:cs typeface="Times New Roman" panose="02020603050405020304" pitchFamily="18" charset="0"/>
                <a:sym typeface="Arial"/>
              </a:rPr>
              <a:t>VISUALIZATION</a:t>
            </a:r>
            <a:endParaRPr sz="3000" b="1" dirty="0">
              <a:latin typeface="Times New Roman" panose="02020603050405020304" pitchFamily="18" charset="0"/>
              <a:ea typeface="Arial"/>
              <a:cs typeface="Times New Roman" panose="02020603050405020304" pitchFamily="18" charset="0"/>
              <a:sym typeface="Arial"/>
            </a:endParaRPr>
          </a:p>
        </p:txBody>
      </p:sp>
      <p:pic>
        <p:nvPicPr>
          <p:cNvPr id="248" name="Google Shape;248;p37">
            <a:extLst>
              <a:ext uri="{FF2B5EF4-FFF2-40B4-BE49-F238E27FC236}">
                <a16:creationId xmlns:a16="http://schemas.microsoft.com/office/drawing/2014/main" id="{E0BCFB35-10B2-6690-56C2-3B1E1F74D6A3}"/>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49" name="Google Shape;249;p37" descr="KRCE Tiruchirappalli : Admission 2024, Courses, Fees, Placement, Cut Off">
            <a:extLst>
              <a:ext uri="{FF2B5EF4-FFF2-40B4-BE49-F238E27FC236}">
                <a16:creationId xmlns:a16="http://schemas.microsoft.com/office/drawing/2014/main" id="{44A18F01-1504-395A-1243-0C15372E2645}"/>
              </a:ext>
            </a:extLst>
          </p:cNvPr>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6" name="Date Placeholder 5">
            <a:extLst>
              <a:ext uri="{FF2B5EF4-FFF2-40B4-BE49-F238E27FC236}">
                <a16:creationId xmlns:a16="http://schemas.microsoft.com/office/drawing/2014/main" id="{3FA835DE-E6C9-6126-3634-ACFFA60C7BB6}"/>
              </a:ext>
            </a:extLst>
          </p:cNvPr>
          <p:cNvSpPr>
            <a:spLocks noGrp="1"/>
          </p:cNvSpPr>
          <p:nvPr>
            <p:ph type="dt" idx="10"/>
          </p:nvPr>
        </p:nvSpPr>
        <p:spPr/>
        <p:txBody>
          <a:bodyPr/>
          <a:lstStyle/>
          <a:p>
            <a:r>
              <a:rPr lang="en-US"/>
              <a:t>17/9/2025</a:t>
            </a:r>
          </a:p>
        </p:txBody>
      </p:sp>
      <p:pic>
        <p:nvPicPr>
          <p:cNvPr id="2" name="Picture 1">
            <a:extLst>
              <a:ext uri="{FF2B5EF4-FFF2-40B4-BE49-F238E27FC236}">
                <a16:creationId xmlns:a16="http://schemas.microsoft.com/office/drawing/2014/main" id="{2900D025-B27B-788A-E0BD-3C8936F2E894}"/>
              </a:ext>
            </a:extLst>
          </p:cNvPr>
          <p:cNvPicPr>
            <a:picLocks noChangeAspect="1"/>
          </p:cNvPicPr>
          <p:nvPr/>
        </p:nvPicPr>
        <p:blipFill>
          <a:blip r:embed="rId5"/>
          <a:srcRect l="699" r="699"/>
          <a:stretch/>
        </p:blipFill>
        <p:spPr bwMode="auto">
          <a:xfrm>
            <a:off x="831850" y="1901464"/>
            <a:ext cx="4838700" cy="3680460"/>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A428D7B0-2130-3FA9-FFF4-13AF70561427}"/>
              </a:ext>
            </a:extLst>
          </p:cNvPr>
          <p:cNvPicPr>
            <a:picLocks noChangeAspect="1"/>
          </p:cNvPicPr>
          <p:nvPr/>
        </p:nvPicPr>
        <p:blipFill>
          <a:blip r:embed="rId6"/>
          <a:srcRect/>
          <a:stretch/>
        </p:blipFill>
        <p:spPr>
          <a:xfrm>
            <a:off x="6324706" y="1885589"/>
            <a:ext cx="4949613" cy="3712210"/>
          </a:xfrm>
          <a:prstGeom prst="rect">
            <a:avLst/>
          </a:prstGeom>
        </p:spPr>
      </p:pic>
      <p:sp>
        <p:nvSpPr>
          <p:cNvPr id="3" name="TextBox 2">
            <a:extLst>
              <a:ext uri="{FF2B5EF4-FFF2-40B4-BE49-F238E27FC236}">
                <a16:creationId xmlns:a16="http://schemas.microsoft.com/office/drawing/2014/main" id="{4908574A-F6BA-B086-1D7B-029F6C98768E}"/>
              </a:ext>
            </a:extLst>
          </p:cNvPr>
          <p:cNvSpPr txBox="1"/>
          <p:nvPr/>
        </p:nvSpPr>
        <p:spPr>
          <a:xfrm>
            <a:off x="1898650" y="5795583"/>
            <a:ext cx="9261987" cy="307777"/>
          </a:xfrm>
          <a:prstGeom prst="rect">
            <a:avLst/>
          </a:prstGeom>
          <a:noFill/>
        </p:spPr>
        <p:txBody>
          <a:bodyPr wrap="square" rtlCol="0">
            <a:spAutoFit/>
          </a:bodyPr>
          <a:lstStyle/>
          <a:p>
            <a:r>
              <a:rPr lang="en-US" b="1" dirty="0"/>
              <a:t>CORRELATION HEAT MAP                                                                        FEATURE IMPORTANCE</a:t>
            </a:r>
          </a:p>
        </p:txBody>
      </p:sp>
    </p:spTree>
    <p:extLst>
      <p:ext uri="{BB962C8B-B14F-4D97-AF65-F5344CB8AC3E}">
        <p14:creationId xmlns:p14="http://schemas.microsoft.com/office/powerpoint/2010/main" val="3590235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27988EA5-2FAE-70F0-D29A-F22B097103F9}"/>
            </a:ext>
          </a:extLst>
        </p:cNvPr>
        <p:cNvGrpSpPr/>
        <p:nvPr/>
      </p:nvGrpSpPr>
      <p:grpSpPr>
        <a:xfrm>
          <a:off x="0" y="0"/>
          <a:ext cx="0" cy="0"/>
          <a:chOff x="0" y="0"/>
          <a:chExt cx="0" cy="0"/>
        </a:xfrm>
      </p:grpSpPr>
      <p:sp>
        <p:nvSpPr>
          <p:cNvPr id="247" name="Google Shape;247;p37">
            <a:extLst>
              <a:ext uri="{FF2B5EF4-FFF2-40B4-BE49-F238E27FC236}">
                <a16:creationId xmlns:a16="http://schemas.microsoft.com/office/drawing/2014/main" id="{FE2AB5DA-1063-4E74-9851-67E3FBE10FE0}"/>
              </a:ext>
            </a:extLst>
          </p:cNvPr>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a:cs typeface="Times New Roman" panose="02020603050405020304" pitchFamily="18" charset="0"/>
                <a:sym typeface="Arial"/>
              </a:rPr>
              <a:t>VISUALIZATION</a:t>
            </a:r>
            <a:endParaRPr sz="3000" b="1" dirty="0">
              <a:latin typeface="Times New Roman" panose="02020603050405020304" pitchFamily="18" charset="0"/>
              <a:ea typeface="Arial"/>
              <a:cs typeface="Times New Roman" panose="02020603050405020304" pitchFamily="18" charset="0"/>
              <a:sym typeface="Arial"/>
            </a:endParaRPr>
          </a:p>
        </p:txBody>
      </p:sp>
      <p:pic>
        <p:nvPicPr>
          <p:cNvPr id="248" name="Google Shape;248;p37">
            <a:extLst>
              <a:ext uri="{FF2B5EF4-FFF2-40B4-BE49-F238E27FC236}">
                <a16:creationId xmlns:a16="http://schemas.microsoft.com/office/drawing/2014/main" id="{914878B9-C9DA-EF0E-4E6B-7BE991B6C705}"/>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49" name="Google Shape;249;p37" descr="KRCE Tiruchirappalli : Admission 2024, Courses, Fees, Placement, Cut Off">
            <a:extLst>
              <a:ext uri="{FF2B5EF4-FFF2-40B4-BE49-F238E27FC236}">
                <a16:creationId xmlns:a16="http://schemas.microsoft.com/office/drawing/2014/main" id="{AAD60383-DEE6-9D4A-12E1-967F05A870B2}"/>
              </a:ext>
            </a:extLst>
          </p:cNvPr>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6" name="Date Placeholder 5">
            <a:extLst>
              <a:ext uri="{FF2B5EF4-FFF2-40B4-BE49-F238E27FC236}">
                <a16:creationId xmlns:a16="http://schemas.microsoft.com/office/drawing/2014/main" id="{232EEC74-8D5E-8537-8A64-F6A5A57D65A3}"/>
              </a:ext>
            </a:extLst>
          </p:cNvPr>
          <p:cNvSpPr>
            <a:spLocks noGrp="1"/>
          </p:cNvSpPr>
          <p:nvPr>
            <p:ph type="dt" idx="10"/>
          </p:nvPr>
        </p:nvSpPr>
        <p:spPr/>
        <p:txBody>
          <a:bodyPr/>
          <a:lstStyle/>
          <a:p>
            <a:r>
              <a:rPr lang="en-US"/>
              <a:t>17/9/2025</a:t>
            </a:r>
          </a:p>
        </p:txBody>
      </p:sp>
      <p:pic>
        <p:nvPicPr>
          <p:cNvPr id="2" name="Picture 1">
            <a:extLst>
              <a:ext uri="{FF2B5EF4-FFF2-40B4-BE49-F238E27FC236}">
                <a16:creationId xmlns:a16="http://schemas.microsoft.com/office/drawing/2014/main" id="{4CCFD5E9-0648-2202-9FE4-4DBE1D37D53D}"/>
              </a:ext>
            </a:extLst>
          </p:cNvPr>
          <p:cNvPicPr>
            <a:picLocks noChangeAspect="1"/>
          </p:cNvPicPr>
          <p:nvPr/>
        </p:nvPicPr>
        <p:blipFill>
          <a:blip r:embed="rId5"/>
          <a:srcRect l="699" r="699"/>
          <a:stretch/>
        </p:blipFill>
        <p:spPr bwMode="auto">
          <a:xfrm>
            <a:off x="831850" y="1901464"/>
            <a:ext cx="4838700" cy="3680460"/>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B689AFF2-008F-B014-F5C1-B54FE51ED555}"/>
              </a:ext>
            </a:extLst>
          </p:cNvPr>
          <p:cNvPicPr>
            <a:picLocks noChangeAspect="1"/>
          </p:cNvPicPr>
          <p:nvPr/>
        </p:nvPicPr>
        <p:blipFill>
          <a:blip r:embed="rId6"/>
          <a:srcRect/>
          <a:stretch/>
        </p:blipFill>
        <p:spPr>
          <a:xfrm>
            <a:off x="6324706" y="1885589"/>
            <a:ext cx="4949613" cy="3712210"/>
          </a:xfrm>
          <a:prstGeom prst="rect">
            <a:avLst/>
          </a:prstGeom>
        </p:spPr>
      </p:pic>
      <p:sp>
        <p:nvSpPr>
          <p:cNvPr id="3" name="TextBox 2">
            <a:extLst>
              <a:ext uri="{FF2B5EF4-FFF2-40B4-BE49-F238E27FC236}">
                <a16:creationId xmlns:a16="http://schemas.microsoft.com/office/drawing/2014/main" id="{9EFAF59C-CBFF-4127-45A5-2AD1A98E9A2C}"/>
              </a:ext>
            </a:extLst>
          </p:cNvPr>
          <p:cNvSpPr txBox="1"/>
          <p:nvPr/>
        </p:nvSpPr>
        <p:spPr>
          <a:xfrm>
            <a:off x="1812663" y="5723402"/>
            <a:ext cx="9261987" cy="523220"/>
          </a:xfrm>
          <a:prstGeom prst="rect">
            <a:avLst/>
          </a:prstGeom>
          <a:noFill/>
        </p:spPr>
        <p:txBody>
          <a:bodyPr wrap="square" rtlCol="0">
            <a:spAutoFit/>
          </a:bodyPr>
          <a:lstStyle/>
          <a:p>
            <a:r>
              <a:rPr lang="en-US" b="1" dirty="0"/>
              <a:t>MODEL COMPARISON                                                                          PREDICTION VS ACTUAL</a:t>
            </a:r>
          </a:p>
          <a:p>
            <a:r>
              <a:rPr lang="en-US" b="1" dirty="0"/>
              <a:t>  </a:t>
            </a:r>
          </a:p>
        </p:txBody>
      </p:sp>
    </p:spTree>
    <p:extLst>
      <p:ext uri="{BB962C8B-B14F-4D97-AF65-F5344CB8AC3E}">
        <p14:creationId xmlns:p14="http://schemas.microsoft.com/office/powerpoint/2010/main" val="3447704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A243F41E-A2D4-4468-A2A8-3EB6F632D101}"/>
            </a:ext>
          </a:extLst>
        </p:cNvPr>
        <p:cNvGrpSpPr/>
        <p:nvPr/>
      </p:nvGrpSpPr>
      <p:grpSpPr>
        <a:xfrm>
          <a:off x="0" y="0"/>
          <a:ext cx="0" cy="0"/>
          <a:chOff x="0" y="0"/>
          <a:chExt cx="0" cy="0"/>
        </a:xfrm>
      </p:grpSpPr>
      <p:sp>
        <p:nvSpPr>
          <p:cNvPr id="247" name="Google Shape;247;p37">
            <a:extLst>
              <a:ext uri="{FF2B5EF4-FFF2-40B4-BE49-F238E27FC236}">
                <a16:creationId xmlns:a16="http://schemas.microsoft.com/office/drawing/2014/main" id="{55AF9294-9EB2-653B-5F3B-8674DD8B4ED0}"/>
              </a:ext>
            </a:extLst>
          </p:cNvPr>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a:cs typeface="Times New Roman" panose="02020603050405020304" pitchFamily="18" charset="0"/>
                <a:sym typeface="Arial"/>
              </a:rPr>
              <a:t>VISUALIZATION</a:t>
            </a:r>
            <a:endParaRPr sz="3000" b="1" dirty="0">
              <a:latin typeface="Times New Roman" panose="02020603050405020304" pitchFamily="18" charset="0"/>
              <a:ea typeface="Arial"/>
              <a:cs typeface="Times New Roman" panose="02020603050405020304" pitchFamily="18" charset="0"/>
              <a:sym typeface="Arial"/>
            </a:endParaRPr>
          </a:p>
        </p:txBody>
      </p:sp>
      <p:pic>
        <p:nvPicPr>
          <p:cNvPr id="248" name="Google Shape;248;p37">
            <a:extLst>
              <a:ext uri="{FF2B5EF4-FFF2-40B4-BE49-F238E27FC236}">
                <a16:creationId xmlns:a16="http://schemas.microsoft.com/office/drawing/2014/main" id="{FF7EFAD9-FBA7-18A1-FA2A-5BB42FC964A5}"/>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49" name="Google Shape;249;p37" descr="KRCE Tiruchirappalli : Admission 2024, Courses, Fees, Placement, Cut Off">
            <a:extLst>
              <a:ext uri="{FF2B5EF4-FFF2-40B4-BE49-F238E27FC236}">
                <a16:creationId xmlns:a16="http://schemas.microsoft.com/office/drawing/2014/main" id="{0849F9C8-C2DB-87EB-11B6-BD856E5043FE}"/>
              </a:ext>
            </a:extLst>
          </p:cNvPr>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6" name="Date Placeholder 5">
            <a:extLst>
              <a:ext uri="{FF2B5EF4-FFF2-40B4-BE49-F238E27FC236}">
                <a16:creationId xmlns:a16="http://schemas.microsoft.com/office/drawing/2014/main" id="{648CDF65-8BF8-D88D-5070-9DAE3FFA7471}"/>
              </a:ext>
            </a:extLst>
          </p:cNvPr>
          <p:cNvSpPr>
            <a:spLocks noGrp="1"/>
          </p:cNvSpPr>
          <p:nvPr>
            <p:ph type="dt" idx="10"/>
          </p:nvPr>
        </p:nvSpPr>
        <p:spPr/>
        <p:txBody>
          <a:bodyPr/>
          <a:lstStyle/>
          <a:p>
            <a:r>
              <a:rPr lang="en-US"/>
              <a:t>17/9/2025</a:t>
            </a:r>
          </a:p>
        </p:txBody>
      </p:sp>
      <p:pic>
        <p:nvPicPr>
          <p:cNvPr id="2" name="Picture 1">
            <a:extLst>
              <a:ext uri="{FF2B5EF4-FFF2-40B4-BE49-F238E27FC236}">
                <a16:creationId xmlns:a16="http://schemas.microsoft.com/office/drawing/2014/main" id="{8F7BDB21-AEB7-98BE-D624-416632F4B70F}"/>
              </a:ext>
            </a:extLst>
          </p:cNvPr>
          <p:cNvPicPr>
            <a:picLocks noChangeAspect="1"/>
          </p:cNvPicPr>
          <p:nvPr/>
        </p:nvPicPr>
        <p:blipFill>
          <a:blip r:embed="rId5"/>
          <a:srcRect l="699" r="699"/>
          <a:stretch/>
        </p:blipFill>
        <p:spPr bwMode="auto">
          <a:xfrm>
            <a:off x="3705716" y="1514475"/>
            <a:ext cx="5314195" cy="4042136"/>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4372BFF9-D07A-82DB-5977-9E5B4C4B10EF}"/>
              </a:ext>
            </a:extLst>
          </p:cNvPr>
          <p:cNvSpPr txBox="1"/>
          <p:nvPr/>
        </p:nvSpPr>
        <p:spPr>
          <a:xfrm>
            <a:off x="1404426" y="5654948"/>
            <a:ext cx="9261987" cy="307777"/>
          </a:xfrm>
          <a:prstGeom prst="rect">
            <a:avLst/>
          </a:prstGeom>
          <a:noFill/>
        </p:spPr>
        <p:txBody>
          <a:bodyPr wrap="square" rtlCol="0">
            <a:spAutoFit/>
          </a:bodyPr>
          <a:lstStyle/>
          <a:p>
            <a:pPr algn="ctr"/>
            <a:r>
              <a:rPr lang="en-US" b="1" dirty="0"/>
              <a:t>RESIDUAL DISTRIBUTION</a:t>
            </a:r>
          </a:p>
        </p:txBody>
      </p:sp>
    </p:spTree>
    <p:extLst>
      <p:ext uri="{BB962C8B-B14F-4D97-AF65-F5344CB8AC3E}">
        <p14:creationId xmlns:p14="http://schemas.microsoft.com/office/powerpoint/2010/main" val="4294404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E980C633-2923-EEA1-F82A-72A4EC797389}"/>
            </a:ext>
          </a:extLst>
        </p:cNvPr>
        <p:cNvGrpSpPr/>
        <p:nvPr/>
      </p:nvGrpSpPr>
      <p:grpSpPr>
        <a:xfrm>
          <a:off x="0" y="0"/>
          <a:ext cx="0" cy="0"/>
          <a:chOff x="0" y="0"/>
          <a:chExt cx="0" cy="0"/>
        </a:xfrm>
      </p:grpSpPr>
      <p:sp>
        <p:nvSpPr>
          <p:cNvPr id="247" name="Google Shape;247;p37">
            <a:extLst>
              <a:ext uri="{FF2B5EF4-FFF2-40B4-BE49-F238E27FC236}">
                <a16:creationId xmlns:a16="http://schemas.microsoft.com/office/drawing/2014/main" id="{2942C21B-ECD2-A505-E0DC-15753A6502C6}"/>
              </a:ext>
            </a:extLst>
          </p:cNvPr>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a:cs typeface="Times New Roman" panose="02020603050405020304" pitchFamily="18" charset="0"/>
                <a:sym typeface="Arial"/>
              </a:rPr>
              <a:t>REFERENCES</a:t>
            </a:r>
            <a:endParaRPr sz="3000" b="1" dirty="0">
              <a:latin typeface="Times New Roman" panose="02020603050405020304" pitchFamily="18" charset="0"/>
              <a:ea typeface="Arial"/>
              <a:cs typeface="Times New Roman" panose="02020603050405020304" pitchFamily="18" charset="0"/>
              <a:sym typeface="Arial"/>
            </a:endParaRPr>
          </a:p>
        </p:txBody>
      </p:sp>
      <p:pic>
        <p:nvPicPr>
          <p:cNvPr id="248" name="Google Shape;248;p37">
            <a:extLst>
              <a:ext uri="{FF2B5EF4-FFF2-40B4-BE49-F238E27FC236}">
                <a16:creationId xmlns:a16="http://schemas.microsoft.com/office/drawing/2014/main" id="{801B4DD1-DDE7-D812-B0AA-79997C1F371C}"/>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49" name="Google Shape;249;p37" descr="KRCE Tiruchirappalli : Admission 2024, Courses, Fees, Placement, Cut Off">
            <a:extLst>
              <a:ext uri="{FF2B5EF4-FFF2-40B4-BE49-F238E27FC236}">
                <a16:creationId xmlns:a16="http://schemas.microsoft.com/office/drawing/2014/main" id="{B18AC7A2-5B63-DF98-1412-77C19AFB122F}"/>
              </a:ext>
            </a:extLst>
          </p:cNvPr>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250" name="Google Shape;250;p37">
            <a:extLst>
              <a:ext uri="{FF2B5EF4-FFF2-40B4-BE49-F238E27FC236}">
                <a16:creationId xmlns:a16="http://schemas.microsoft.com/office/drawing/2014/main" id="{DA5316CC-95E2-8161-8A5E-EDD1C6CDDBE1}"/>
              </a:ext>
            </a:extLst>
          </p:cNvPr>
          <p:cNvSpPr txBox="1">
            <a:spLocks noGrp="1"/>
          </p:cNvSpPr>
          <p:nvPr>
            <p:ph type="body" idx="1"/>
          </p:nvPr>
        </p:nvSpPr>
        <p:spPr>
          <a:xfrm>
            <a:off x="831850" y="1330325"/>
            <a:ext cx="10971299" cy="4524300"/>
          </a:xfrm>
          <a:prstGeom prst="rect">
            <a:avLst/>
          </a:prstGeom>
          <a:noFill/>
          <a:ln>
            <a:noFill/>
          </a:ln>
        </p:spPr>
        <p:txBody>
          <a:bodyPr spcFirstLastPara="1" wrap="square" lIns="91425" tIns="45700" rIns="91425" bIns="45700" anchor="ctr" anchorCtr="0">
            <a:noAutofit/>
          </a:bodyPr>
          <a:lstStyle/>
          <a:p>
            <a:pPr indent="-457200" algn="just">
              <a:lnSpc>
                <a:spcPct val="200000"/>
              </a:lnSpc>
              <a:spcBef>
                <a:spcPts val="0"/>
              </a:spcBef>
              <a:buSzPct val="100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Max Kuhn and Kjell Johnson. Applied Predictive Modeling, Springer, 2013.</a:t>
            </a:r>
          </a:p>
          <a:p>
            <a:pPr indent="-457200" algn="just">
              <a:lnSpc>
                <a:spcPct val="200000"/>
              </a:lnSpc>
              <a:spcBef>
                <a:spcPts val="0"/>
              </a:spcBef>
              <a:buSzPct val="100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 Core Team. R: A Language and Environment for Statistical Computing, R Foundation for Statistical Computing, Vienna, Austria, 2024. https://www.r-project.org/</a:t>
            </a:r>
          </a:p>
          <a:p>
            <a:pPr indent="-457200" algn="just">
              <a:lnSpc>
                <a:spcPct val="200000"/>
              </a:lnSpc>
              <a:spcBef>
                <a:spcPts val="0"/>
              </a:spcBef>
              <a:buSzPct val="100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Random Forest Tutorial - https://www.stat.berkeley.edu/~breiman/RandomForests/cc_home.htm</a:t>
            </a:r>
          </a:p>
          <a:p>
            <a:pPr indent="-457200" algn="just">
              <a:lnSpc>
                <a:spcPct val="200000"/>
              </a:lnSpc>
              <a:spcBef>
                <a:spcPts val="0"/>
              </a:spcBef>
              <a:buSzPct val="100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caret Package Documentation - https://topepo.github.io/caret/</a:t>
            </a:r>
          </a:p>
          <a:p>
            <a:pPr indent="-457200" algn="just">
              <a:lnSpc>
                <a:spcPct val="200000"/>
              </a:lnSpc>
              <a:spcBef>
                <a:spcPts val="0"/>
              </a:spcBef>
              <a:buSzPct val="100000"/>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corrplot</a:t>
            </a:r>
            <a:r>
              <a:rPr lang="en-US" sz="2000" dirty="0">
                <a:latin typeface="Times New Roman" panose="02020603050405020304" pitchFamily="18" charset="0"/>
                <a:cs typeface="Times New Roman" panose="02020603050405020304" pitchFamily="18" charset="0"/>
              </a:rPr>
              <a:t> Package Reference - https://cran.r-project.org/web/packages/corrplot/index.html</a:t>
            </a:r>
          </a:p>
        </p:txBody>
      </p:sp>
      <p:sp>
        <p:nvSpPr>
          <p:cNvPr id="6" name="Date Placeholder 5">
            <a:extLst>
              <a:ext uri="{FF2B5EF4-FFF2-40B4-BE49-F238E27FC236}">
                <a16:creationId xmlns:a16="http://schemas.microsoft.com/office/drawing/2014/main" id="{E33627C8-D796-0EBE-CB97-E00F59C317BB}"/>
              </a:ext>
            </a:extLst>
          </p:cNvPr>
          <p:cNvSpPr>
            <a:spLocks noGrp="1"/>
          </p:cNvSpPr>
          <p:nvPr>
            <p:ph type="dt" idx="10"/>
          </p:nvPr>
        </p:nvSpPr>
        <p:spPr/>
        <p:txBody>
          <a:bodyPr/>
          <a:lstStyle/>
          <a:p>
            <a:r>
              <a:rPr lang="en-US"/>
              <a:t>17/9/2025</a:t>
            </a:r>
          </a:p>
        </p:txBody>
      </p:sp>
    </p:spTree>
    <p:extLst>
      <p:ext uri="{BB962C8B-B14F-4D97-AF65-F5344CB8AC3E}">
        <p14:creationId xmlns:p14="http://schemas.microsoft.com/office/powerpoint/2010/main" val="2478847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3" name="Picture 2">
            <a:extLst>
              <a:ext uri="{FF2B5EF4-FFF2-40B4-BE49-F238E27FC236}">
                <a16:creationId xmlns:a16="http://schemas.microsoft.com/office/drawing/2014/main" id="{57B62188-73E3-154B-75D2-499EA9EF2856}"/>
              </a:ext>
            </a:extLst>
          </p:cNvPr>
          <p:cNvPicPr>
            <a:picLocks noChangeAspect="1"/>
          </p:cNvPicPr>
          <p:nvPr/>
        </p:nvPicPr>
        <p:blipFill>
          <a:blip r:embed="rId3"/>
          <a:stretch>
            <a:fillRect/>
          </a:stretch>
        </p:blipFill>
        <p:spPr>
          <a:xfrm>
            <a:off x="0" y="0"/>
            <a:ext cx="12192000" cy="6858000"/>
          </a:xfrm>
          <a:prstGeom prst="rect">
            <a:avLst/>
          </a:prstGeom>
        </p:spPr>
      </p:pic>
      <p:sp>
        <p:nvSpPr>
          <p:cNvPr id="6" name="Date Placeholder 5"/>
          <p:cNvSpPr>
            <a:spLocks noGrp="1"/>
          </p:cNvSpPr>
          <p:nvPr>
            <p:ph type="dt" idx="10"/>
          </p:nvPr>
        </p:nvSpPr>
        <p:spPr/>
        <p:txBody>
          <a:bodyPr/>
          <a:lstStyle/>
          <a:p>
            <a:r>
              <a:rPr lang="en-US"/>
              <a:t>17/9/2025</a:t>
            </a:r>
          </a:p>
        </p:txBody>
      </p:sp>
    </p:spTree>
    <p:extLst>
      <p:ext uri="{BB962C8B-B14F-4D97-AF65-F5344CB8AC3E}">
        <p14:creationId xmlns:p14="http://schemas.microsoft.com/office/powerpoint/2010/main" val="1134382055"/>
      </p:ext>
    </p:extLst>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TotalTime>
  <Words>692</Words>
  <Application>Microsoft Office PowerPoint</Application>
  <PresentationFormat>Widescreen</PresentationFormat>
  <Paragraphs>126</Paragraphs>
  <Slides>19</Slides>
  <Notes>19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Times New Roman</vt:lpstr>
      <vt:lpstr>Calibri</vt:lpstr>
      <vt:lpstr>Wingdings</vt:lpstr>
      <vt:lpstr>Arial</vt:lpstr>
      <vt:lpstr>Office Theme</vt:lpstr>
      <vt:lpstr>1_Office Theme</vt:lpstr>
      <vt:lpstr>PowerPoint Presentation</vt:lpstr>
      <vt:lpstr>PRESENTATION OVERVIEW</vt:lpstr>
      <vt:lpstr>ABSTRACT</vt:lpstr>
      <vt:lpstr>INTRODUCTION</vt:lpstr>
      <vt:lpstr>FLOWCHART</vt:lpstr>
      <vt:lpstr>MODULES</vt:lpstr>
      <vt:lpstr>MODULE 1 – DATA LOADING AND PREPROCESSING  </vt:lpstr>
      <vt:lpstr>MODULE 2 – MODEL TRAINING</vt:lpstr>
      <vt:lpstr>MODULE 3 – USER INPUT COLLECTION</vt:lpstr>
      <vt:lpstr>MODULE 4 – PREDICTION COMPUTATION</vt:lpstr>
      <vt:lpstr>MODULE 5 – VISUALIZATION GENERATION</vt:lpstr>
      <vt:lpstr>MODULE 6 – RESULT REPORTING</vt:lpstr>
      <vt:lpstr>MODULES INPUTS</vt:lpstr>
      <vt:lpstr>RESULT</vt:lpstr>
      <vt:lpstr>VISUALIZATION</vt:lpstr>
      <vt:lpstr>VISUALIZATION</vt:lpstr>
      <vt:lpstr>VISUALIZATION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EXAM</dc:creator>
  <cp:lastModifiedBy>karthik veluswamy</cp:lastModifiedBy>
  <cp:revision>25</cp:revision>
  <dcterms:modified xsi:type="dcterms:W3CDTF">2025-11-03T08:50:29Z</dcterms:modified>
</cp:coreProperties>
</file>