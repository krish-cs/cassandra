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6"/>
  </p:notesMasterIdLst>
  <p:sldIdLst>
    <p:sldId id="256" r:id="rId3"/>
    <p:sldId id="257" r:id="rId4"/>
    <p:sldId id="275" r:id="rId5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61" autoAdjust="0"/>
  </p:normalViewPr>
  <p:slideViewPr>
    <p:cSldViewPr snapToGrid="0">
      <p:cViewPr varScale="1">
        <p:scale>
          <a:sx n="77" d="100"/>
          <a:sy n="77" d="100"/>
        </p:scale>
        <p:origin x="883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2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5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3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/>
          <p:nvPr/>
        </p:nvSpPr>
        <p:spPr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300038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/>
          <p:nvPr/>
        </p:nvSpPr>
        <p:spPr>
          <a:xfrm>
            <a:off x="1898650" y="214313"/>
            <a:ext cx="8437563" cy="301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K. RAMAKRISHNAN COLLEGE OF ENGINEERING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(AUTONOMOUS), SAMAYAPURAM - TRICHY</a:t>
            </a:r>
            <a:b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DEPARTMENT OF CSE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CGB1221 – DATABASE MANAGEMENT SYSTEMS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50" name="Google Shape;150;p26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260350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/>
        </p:nvSpPr>
        <p:spPr>
          <a:xfrm>
            <a:off x="2798956" y="2735865"/>
            <a:ext cx="803419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PERSONAL EXPENSE TRACKER</a:t>
            </a:r>
            <a:endParaRPr sz="3200" b="1" i="0" u="none" strike="noStrike" cap="none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idx="10"/>
          </p:nvPr>
        </p:nvSpPr>
        <p:spPr>
          <a:xfrm>
            <a:off x="608012" y="6352317"/>
            <a:ext cx="2843213" cy="363538"/>
          </a:xfrm>
        </p:spPr>
        <p:txBody>
          <a:bodyPr/>
          <a:lstStyle/>
          <a:p>
            <a:r>
              <a:rPr lang="en-US"/>
              <a:t>2/6/2025</a:t>
            </a:r>
            <a:endParaRPr lang="en-US" dirty="0"/>
          </a:p>
        </p:txBody>
      </p:sp>
      <p:sp>
        <p:nvSpPr>
          <p:cNvPr id="9" name="Google Shape;146;p26"/>
          <p:cNvSpPr txBox="1">
            <a:spLocks/>
          </p:cNvSpPr>
          <p:nvPr/>
        </p:nvSpPr>
        <p:spPr>
          <a:xfrm>
            <a:off x="0" y="3929440"/>
            <a:ext cx="11563350" cy="172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  PRESENTED BY                                                              SUPERVISOR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  K.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KRISHKANTH    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                              Mr. R. Sasikumar M.E., (Ph.D.,),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  8115U23CS051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                                  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Assistant Professor / CSE.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					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PRESENTATION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OVERVIEW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831850" y="1514475"/>
            <a:ext cx="9822898" cy="469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8787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Project Introduction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Objective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Technologies Used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ER 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Used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B62188-73E3-154B-75D2-499EA9EF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  <p:extLst>
      <p:ext uri="{BB962C8B-B14F-4D97-AF65-F5344CB8AC3E}">
        <p14:creationId xmlns:p14="http://schemas.microsoft.com/office/powerpoint/2010/main" val="1134382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83</Words>
  <Application>Microsoft Office PowerPoint</Application>
  <PresentationFormat>Widescreen</PresentationFormat>
  <Paragraphs>31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Times New Roman</vt:lpstr>
      <vt:lpstr>Calibri</vt:lpstr>
      <vt:lpstr>Office Theme</vt:lpstr>
      <vt:lpstr>1_Office Theme</vt:lpstr>
      <vt:lpstr>PowerPoint Presentation</vt:lpstr>
      <vt:lpstr>PRESENTATION OVERVIEW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EXAM</dc:creator>
  <cp:lastModifiedBy>karthik veluswamy</cp:lastModifiedBy>
  <cp:revision>24</cp:revision>
  <dcterms:modified xsi:type="dcterms:W3CDTF">2025-11-15T04:45:26Z</dcterms:modified>
</cp:coreProperties>
</file>