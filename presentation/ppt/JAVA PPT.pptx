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7772400" cy="10058400"/>
  <p:embeddedFontLst>
    <p:embeddedFont>
      <p:font typeface="Arial Narrow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alNarrow-regular.fntdata"/><Relationship Id="rId21" Type="http://schemas.openxmlformats.org/officeDocument/2006/relationships/slide" Target="slides/slide15.xml"/><Relationship Id="rId24" Type="http://schemas.openxmlformats.org/officeDocument/2006/relationships/font" Target="fonts/ArialNarrow-italic.fntdata"/><Relationship Id="rId23" Type="http://schemas.openxmlformats.org/officeDocument/2006/relationships/font" Target="fonts/Arial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ArialNarrow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400" y="763588"/>
            <a:ext cx="6702425" cy="377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7d84d380f2533759_1:notes"/>
          <p:cNvSpPr txBox="1"/>
          <p:nvPr>
            <p:ph idx="12" type="sldNum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7d84d380f2533759_1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g7d84d380f2533759_1:notes"/>
          <p:cNvSpPr txBox="1"/>
          <p:nvPr>
            <p:ph idx="1" type="body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/>
          <p:nvPr>
            <p:ph idx="12" type="sldNum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5" name="Google Shape;245;g7d84d380f2533759_9:notes"/>
          <p:cNvSpPr txBox="1"/>
          <p:nvPr>
            <p:ph idx="1" type="body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d84d380f2533759_20:notes"/>
          <p:cNvSpPr txBox="1"/>
          <p:nvPr>
            <p:ph idx="12" type="sldNum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7d84d380f2533759_20:notes"/>
          <p:cNvSpPr/>
          <p:nvPr>
            <p:ph idx="2" type="sldImg"/>
          </p:nvPr>
        </p:nvSpPr>
        <p:spPr>
          <a:xfrm>
            <a:off x="533400" y="763588"/>
            <a:ext cx="67041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4" name="Google Shape;264;g7d84d380f2533759_20:notes"/>
          <p:cNvSpPr txBox="1"/>
          <p:nvPr>
            <p:ph idx="1" type="body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8" name="Google Shape;108;p19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19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>
            <a:lvl1pPr indent="-431800" lvl="0" marL="457200" marR="0" rtl="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0" type="dt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idx="4294967295" type="subTitle"/>
          </p:nvPr>
        </p:nvSpPr>
        <p:spPr>
          <a:xfrm>
            <a:off x="356610" y="4206081"/>
            <a:ext cx="11530201" cy="1643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PRESENTED BY                                                                               SUPERVISOR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K. KRISHKANTH                                                                  Mrs.S.Saranya M.E., (Ph.D.,),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8115U23CS051                                                                        Assistant Professor/CSE.</a:t>
            </a:r>
            <a:endParaRPr/>
          </a:p>
          <a:p>
            <a:pPr indent="0" lvl="0" marL="0" marR="0" rtl="0" algn="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/>
          </a:p>
          <a:p>
            <a:pPr indent="0" lvl="0" marL="0" marR="0" rtl="0" algn="ct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7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1898650" y="214313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K.RAMAKRISHNAN COLLEGE OF ENGINEERING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(AUTONOMOUS), SAMAYAPURAM - TRICHY</a:t>
            </a:r>
            <a:b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DEPARTMENT OF CSE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CGB1201 – JAVA PROGRAMMING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END SEMESTER PROJECT REVIEW DECEMBER 2024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RCE Tiruchirappalli : Admission 2024, Courses, Fees, Placement, Cut Off" id="150" name="Google Shape;1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4118060" y="2936587"/>
            <a:ext cx="53736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EXPENSE TRACKER </a:t>
            </a:r>
            <a:endParaRPr b="1" i="0" sz="3200" u="none" cap="none" strike="noStrike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idx="4294967295"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PRESENTATION OVERVIEW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1898650" y="1685619"/>
            <a:ext cx="10520363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8787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Introduction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Concepts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Modules Used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 </a:t>
            </a:r>
            <a:r>
              <a:rPr b="1" lang="en-US" sz="1800">
                <a:solidFill>
                  <a:schemeClr val="dk1"/>
                </a:solidFill>
              </a:rPr>
              <a:t>Diagram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Merits and Demerits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Execution and Output</a:t>
            </a:r>
            <a:endParaRPr/>
          </a:p>
          <a:p>
            <a:pPr indent="-457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Queries</a:t>
            </a:r>
            <a:endParaRPr/>
          </a:p>
          <a:p>
            <a:pPr indent="-330200" lvl="0" marL="458787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160" name="Google Shape;1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PROJECT INTRODUCTION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87390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/>
              <a:t>The Expense Tracker Application helps users manage their finances by tracking income and expenses across categories. It provides real-time budget insights, alerts for overspending, and a summary of expenses. Built with Java Swing, it aims to help users stay within their budget and manage money effectively.</a:t>
            </a:r>
            <a:endParaRPr sz="3000"/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177" name="Google Shape;17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873912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/>
              <a:t>To help users manage monthly finances by tracking income, expenses, and providing budget insights for effective money management.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PROBLEM STATEMENT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186" name="Google Shape;1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/>
              <a:t>Many individuals struggle to track their expenses and manage their budget effectively, leading to overspending. There is a need for an easy-to-use tool that helps users monitor their income, categorize expenses, and stay within their financial limits.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JAVA CONCEPTS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195" name="Google Shape;1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Swings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Event Handling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Layout Management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Data Types 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Exception Handling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KeyListener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MODULES USED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04" name="Google Shape;20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873162" y="1854977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000"/>
              <a:t>Add Monthly Salary</a:t>
            </a:r>
            <a:endParaRPr b="1"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Allows the user to input their total monthly income.</a:t>
            </a:r>
            <a:endParaRPr sz="3000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000"/>
              <a:t>Add Expenses</a:t>
            </a:r>
            <a:endParaRPr b="1"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Enables users to input and track expenses across various categories (grocery, entertainment, etc.).</a:t>
            </a:r>
            <a:endParaRPr sz="3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MODULES USED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13" name="Google Shape;2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873162" y="11668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000"/>
              <a:t>Summary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Displays a summary of income, expenses, and the remaining balance.</a:t>
            </a:r>
            <a:endParaRPr sz="30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000"/>
              <a:t>Check Budget Insights</a:t>
            </a:r>
            <a:endParaRPr b="1"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Provides feedback on whether expenses exceed the set budget limits and suggests adjustments.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ARCHITECTURE DIAGRAM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22" name="Google Shape;22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/>
          <p:cNvPicPr preferRelativeResize="0"/>
          <p:nvPr/>
        </p:nvPicPr>
        <p:blipFill rotWithShape="1">
          <a:blip r:embed="rId5">
            <a:alphaModFix/>
          </a:blip>
          <a:srcRect b="50590" l="0" r="0" t="7962"/>
          <a:stretch/>
        </p:blipFill>
        <p:spPr>
          <a:xfrm>
            <a:off x="3330925" y="1416150"/>
            <a:ext cx="5528650" cy="495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MERITS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31" name="Google Shape;2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1898650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Cross-platform compatibility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Rich GUI libraries 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Strong exception handling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Large community support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Scalability for future extensions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609600" y="274652"/>
            <a:ext cx="109713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DEMERITS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40" name="Google Shape;2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1898650" y="11668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Verbosity in code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Outdated GUI libraries 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Higher memory usage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Performance overhead due to JVM</a:t>
            </a:r>
            <a:endParaRPr sz="3000"/>
          </a:p>
          <a:p>
            <a:pPr indent="-419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Not ideal for web applications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EXECUTION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49" name="Google Shape;2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/>
              <a:t>When the program starts, the GUI is initialized and the main menu is displayed. User interactions trigger updates for salary, expenses, and budget insights.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OUTPUT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58" name="Google Shape;25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8"/>
          <p:cNvPicPr preferRelativeResize="0"/>
          <p:nvPr/>
        </p:nvPicPr>
        <p:blipFill rotWithShape="1">
          <a:blip r:embed="rId5">
            <a:alphaModFix/>
          </a:blip>
          <a:srcRect b="66154" l="7776" r="10101" t="11499"/>
          <a:stretch/>
        </p:blipFill>
        <p:spPr>
          <a:xfrm>
            <a:off x="609600" y="2138400"/>
            <a:ext cx="5835626" cy="39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 b="39149" l="7776" r="10101" t="37037"/>
          <a:stretch/>
        </p:blipFill>
        <p:spPr>
          <a:xfrm>
            <a:off x="6096000" y="2138400"/>
            <a:ext cx="5835626" cy="387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OUTPUT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68" name="Google Shape;26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9"/>
          <p:cNvPicPr preferRelativeResize="0"/>
          <p:nvPr/>
        </p:nvPicPr>
        <p:blipFill rotWithShape="1">
          <a:blip r:embed="rId5">
            <a:alphaModFix/>
          </a:blip>
          <a:srcRect b="1709" l="0" r="0" t="1709"/>
          <a:stretch/>
        </p:blipFill>
        <p:spPr>
          <a:xfrm>
            <a:off x="609600" y="2205713"/>
            <a:ext cx="5486400" cy="373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 rotWithShape="1">
          <a:blip r:embed="rId6">
            <a:alphaModFix/>
          </a:blip>
          <a:srcRect b="680" l="0" r="0" t="680"/>
          <a:stretch/>
        </p:blipFill>
        <p:spPr>
          <a:xfrm>
            <a:off x="6212628" y="2138400"/>
            <a:ext cx="5486401" cy="38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QUERIES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RCE Tiruchirappalli : Admission 2024, Courses, Fees, Placement, Cut Off" id="278" name="Google Shape;27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263" y="1514475"/>
            <a:ext cx="7151975" cy="43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