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7" r:id="rId11"/>
    <p:sldId id="271" r:id="rId12"/>
    <p:sldId id="272" r:id="rId13"/>
    <p:sldId id="273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75" r:id="rId23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61" autoAdjust="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2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5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3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4" name="Google Shape;164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4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5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2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6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7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8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9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10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11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12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FEB5483-A9B7-15BE-476B-F84B3B0C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>
            <a:extLst>
              <a:ext uri="{FF2B5EF4-FFF2-40B4-BE49-F238E27FC236}">
                <a16:creationId xmlns:a16="http://schemas.microsoft.com/office/drawing/2014/main" id="{0D2DA769-6D04-0A62-2AB3-6265070653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13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>
            <a:extLst>
              <a:ext uri="{FF2B5EF4-FFF2-40B4-BE49-F238E27FC236}">
                <a16:creationId xmlns:a16="http://schemas.microsoft.com/office/drawing/2014/main" id="{AEF56171-67DA-F81E-6C7F-74B20FEDEF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>
            <a:extLst>
              <a:ext uri="{FF2B5EF4-FFF2-40B4-BE49-F238E27FC236}">
                <a16:creationId xmlns:a16="http://schemas.microsoft.com/office/drawing/2014/main" id="{ECDE460C-44B5-83E3-0801-47E915932F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3864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539F3DC-0B25-BFCB-88AD-6090ADC64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>
            <a:extLst>
              <a:ext uri="{FF2B5EF4-FFF2-40B4-BE49-F238E27FC236}">
                <a16:creationId xmlns:a16="http://schemas.microsoft.com/office/drawing/2014/main" id="{23C1C6F2-9A3B-F1F1-8108-E5E5F45034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14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>
            <a:extLst>
              <a:ext uri="{FF2B5EF4-FFF2-40B4-BE49-F238E27FC236}">
                <a16:creationId xmlns:a16="http://schemas.microsoft.com/office/drawing/2014/main" id="{F6207FBF-2144-EC79-775D-9303849200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>
            <a:extLst>
              <a:ext uri="{FF2B5EF4-FFF2-40B4-BE49-F238E27FC236}">
                <a16:creationId xmlns:a16="http://schemas.microsoft.com/office/drawing/2014/main" id="{6289F199-4303-E6C7-5556-9532C0EAB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2186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A961720-F146-60F2-0D3C-8905FD59C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>
            <a:extLst>
              <a:ext uri="{FF2B5EF4-FFF2-40B4-BE49-F238E27FC236}">
                <a16:creationId xmlns:a16="http://schemas.microsoft.com/office/drawing/2014/main" id="{4CB999EB-EF5F-2FFD-DE47-EE43E7DD4D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>
            <a:extLst>
              <a:ext uri="{FF2B5EF4-FFF2-40B4-BE49-F238E27FC236}">
                <a16:creationId xmlns:a16="http://schemas.microsoft.com/office/drawing/2014/main" id="{6739D8EF-424E-C0C4-08BE-9704B31FD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>
            <a:extLst>
              <a:ext uri="{FF2B5EF4-FFF2-40B4-BE49-F238E27FC236}">
                <a16:creationId xmlns:a16="http://schemas.microsoft.com/office/drawing/2014/main" id="{3CAA5375-8948-CC9D-6724-7C645CEF3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71558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3B5DEBE-2084-2FA8-5C56-B1661EB5A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>
            <a:extLst>
              <a:ext uri="{FF2B5EF4-FFF2-40B4-BE49-F238E27FC236}">
                <a16:creationId xmlns:a16="http://schemas.microsoft.com/office/drawing/2014/main" id="{AB19DE31-15DF-D331-EEE9-9C4EB8A0A9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16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>
            <a:extLst>
              <a:ext uri="{FF2B5EF4-FFF2-40B4-BE49-F238E27FC236}">
                <a16:creationId xmlns:a16="http://schemas.microsoft.com/office/drawing/2014/main" id="{DC22EB46-8978-AFC1-0517-6902354540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>
            <a:extLst>
              <a:ext uri="{FF2B5EF4-FFF2-40B4-BE49-F238E27FC236}">
                <a16:creationId xmlns:a16="http://schemas.microsoft.com/office/drawing/2014/main" id="{64042559-6106-202E-A384-EC420879B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436464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AE15F4B-8547-80F3-B535-6DB0CF21E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>
            <a:extLst>
              <a:ext uri="{FF2B5EF4-FFF2-40B4-BE49-F238E27FC236}">
                <a16:creationId xmlns:a16="http://schemas.microsoft.com/office/drawing/2014/main" id="{78E84574-3BFD-FE27-F7C1-239C1C8ED7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17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>
            <a:extLst>
              <a:ext uri="{FF2B5EF4-FFF2-40B4-BE49-F238E27FC236}">
                <a16:creationId xmlns:a16="http://schemas.microsoft.com/office/drawing/2014/main" id="{600CA629-E245-9A8D-E7C8-163F1E690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>
            <a:extLst>
              <a:ext uri="{FF2B5EF4-FFF2-40B4-BE49-F238E27FC236}">
                <a16:creationId xmlns:a16="http://schemas.microsoft.com/office/drawing/2014/main" id="{A81032C9-162A-1EEF-1152-8D30644FF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32247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CDC4B4D-1E94-1C63-78D7-FA7570D1F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>
            <a:extLst>
              <a:ext uri="{FF2B5EF4-FFF2-40B4-BE49-F238E27FC236}">
                <a16:creationId xmlns:a16="http://schemas.microsoft.com/office/drawing/2014/main" id="{08F41C68-81C5-666B-8BBC-087EF47853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18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>
            <a:extLst>
              <a:ext uri="{FF2B5EF4-FFF2-40B4-BE49-F238E27FC236}">
                <a16:creationId xmlns:a16="http://schemas.microsoft.com/office/drawing/2014/main" id="{580ABE26-39C2-2610-E163-D598ECB09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>
            <a:extLst>
              <a:ext uri="{FF2B5EF4-FFF2-40B4-BE49-F238E27FC236}">
                <a16:creationId xmlns:a16="http://schemas.microsoft.com/office/drawing/2014/main" id="{991866FB-DE9F-2351-052D-ED57F933DD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67993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A671450-B3C3-8F19-9108-569B2E0E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>
            <a:extLst>
              <a:ext uri="{FF2B5EF4-FFF2-40B4-BE49-F238E27FC236}">
                <a16:creationId xmlns:a16="http://schemas.microsoft.com/office/drawing/2014/main" id="{2011B95F-BA51-91EB-7FCF-4A34A1457B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19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>
            <a:extLst>
              <a:ext uri="{FF2B5EF4-FFF2-40B4-BE49-F238E27FC236}">
                <a16:creationId xmlns:a16="http://schemas.microsoft.com/office/drawing/2014/main" id="{9EA64BAC-469C-A318-5087-FCE1F4A98B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>
            <a:extLst>
              <a:ext uri="{FF2B5EF4-FFF2-40B4-BE49-F238E27FC236}">
                <a16:creationId xmlns:a16="http://schemas.microsoft.com/office/drawing/2014/main" id="{E0E31219-7D6E-9633-8341-0050FD40A8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718380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DBC1FE8-1303-BB6B-09D6-A4FBA8DBA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>
            <a:extLst>
              <a:ext uri="{FF2B5EF4-FFF2-40B4-BE49-F238E27FC236}">
                <a16:creationId xmlns:a16="http://schemas.microsoft.com/office/drawing/2014/main" id="{40729DAA-42C4-25E4-6284-7531403EBD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20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>
            <a:extLst>
              <a:ext uri="{FF2B5EF4-FFF2-40B4-BE49-F238E27FC236}">
                <a16:creationId xmlns:a16="http://schemas.microsoft.com/office/drawing/2014/main" id="{051F1B8B-E484-5832-74BC-031B9DC26A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>
            <a:extLst>
              <a:ext uri="{FF2B5EF4-FFF2-40B4-BE49-F238E27FC236}">
                <a16:creationId xmlns:a16="http://schemas.microsoft.com/office/drawing/2014/main" id="{CEF6DA4E-9964-B9BB-8584-5B885BB642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74986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21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5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12" name="Google Shape;12;p1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38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88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2/6/2025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/>
          <p:nvPr/>
        </p:nvSpPr>
        <p:spPr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300038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/>
          <p:nvPr/>
        </p:nvSpPr>
        <p:spPr>
          <a:xfrm>
            <a:off x="1898650" y="214313"/>
            <a:ext cx="8437563" cy="301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K. RAMAKRISHNAN COLLEGE OF ENGINEERING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(AUTONOMOUS), SAMAYAPURAM - TRICHY</a:t>
            </a:r>
            <a:b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DEPARTMENT OF CSE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CGB1221 – DATABASE MANAGEMENT SYSTEMS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1" i="0" u="none" strike="noStrike" cap="none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50" name="Google Shape;150;p26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4150" y="260350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/>
        </p:nvSpPr>
        <p:spPr>
          <a:xfrm>
            <a:off x="2798956" y="2735865"/>
            <a:ext cx="803419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PERSONAL EXPENSE TRACKER</a:t>
            </a:r>
            <a:endParaRPr sz="3200" b="1" i="0" u="none" strike="noStrike" cap="none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idx="10"/>
          </p:nvPr>
        </p:nvSpPr>
        <p:spPr>
          <a:xfrm>
            <a:off x="608012" y="6352317"/>
            <a:ext cx="2843213" cy="363538"/>
          </a:xfrm>
        </p:spPr>
        <p:txBody>
          <a:bodyPr/>
          <a:lstStyle/>
          <a:p>
            <a:r>
              <a:rPr lang="en-US"/>
              <a:t>2/6/2025</a:t>
            </a:r>
            <a:endParaRPr lang="en-US" dirty="0"/>
          </a:p>
        </p:txBody>
      </p:sp>
      <p:sp>
        <p:nvSpPr>
          <p:cNvPr id="9" name="Google Shape;146;p26"/>
          <p:cNvSpPr txBox="1">
            <a:spLocks/>
          </p:cNvSpPr>
          <p:nvPr/>
        </p:nvSpPr>
        <p:spPr>
          <a:xfrm>
            <a:off x="0" y="3929440"/>
            <a:ext cx="11563350" cy="172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          PRESENTED BY                                                              SUPERVISOR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          K.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KRISHKANTH    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                                      Mr. R. Sasikumar M.E., (Ph.D.,),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          8115U23CS051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                                          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          Assistant Professor / CSE.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					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3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>
            <a:spLocks noGrp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PRESENTATION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OVERVIEW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831850" y="1514475"/>
            <a:ext cx="9822898" cy="469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8787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Project Introduction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Objective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Technologies Used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787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ER 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Used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8787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/>
              <a:buAutoNum type="arabicPeriod"/>
            </a:pP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9" name="Google Shape;15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PROJECT INTRODUCTION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Google Shape;167;p28"/>
          <p:cNvSpPr txBox="1">
            <a:spLocks noGrp="1"/>
          </p:cNvSpPr>
          <p:nvPr>
            <p:ph type="body" idx="1"/>
          </p:nvPr>
        </p:nvSpPr>
        <p:spPr>
          <a:xfrm>
            <a:off x="873900" y="1514475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Personal Expense Tracker Application helps users manage their finances by tracking income and expenses across categories. It provides real-time budget insights, alerts for overspending, and a summary of expenses. Built with Java Swing, it aims to help users stay within their budget and manage money effectively.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8" name="Google Shape;16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OBJECTIVE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6" name="Google Shape;17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9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>
            <a:spLocks noGrp="1"/>
          </p:cNvSpPr>
          <p:nvPr>
            <p:ph type="body" idx="1"/>
          </p:nvPr>
        </p:nvSpPr>
        <p:spPr>
          <a:xfrm>
            <a:off x="873912" y="1416150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manage monthly finances by tracking income, expenses, and providing budget insights for effective money management.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PROBLEM STATEMENT 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0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>
            <a:spLocks noGrp="1"/>
          </p:cNvSpPr>
          <p:nvPr>
            <p:ph type="body" idx="1"/>
          </p:nvPr>
        </p:nvSpPr>
        <p:spPr>
          <a:xfrm>
            <a:off x="873150" y="1514475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individuals struggle to track their expenses and manage their budget effectively, leading to overspending. There is a need for an easy-to-use tool that helps users monitor their income, categorize expenses, and stay within their financial limits.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TECHNOLOGIES USED 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94" name="Google Shape;19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1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>
            <a:spLocks noGrp="1"/>
          </p:cNvSpPr>
          <p:nvPr>
            <p:ph type="body" idx="1"/>
          </p:nvPr>
        </p:nvSpPr>
        <p:spPr>
          <a:xfrm>
            <a:off x="873150" y="1514475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implement the Graphical User Interface.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secure storage of user data (passwords hashed).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for writing and managing code.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ER DIAGRAM 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21" name="Google Shape;22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4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E38646-0D10-5A0B-27F6-E133613FC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250" y="1629815"/>
            <a:ext cx="9448837" cy="42237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MODULES USED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03" name="Google Shape;20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2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2"/>
          <p:cNvSpPr txBox="1">
            <a:spLocks noGrp="1"/>
          </p:cNvSpPr>
          <p:nvPr>
            <p:ph type="body" idx="1"/>
          </p:nvPr>
        </p:nvSpPr>
        <p:spPr>
          <a:xfrm>
            <a:off x="873150" y="1573212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Initialization Module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Tracking Module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Module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Report Generation Module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Module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Module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Selected Module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MODULE 1 – AUTHENTICATION  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813" y="1330325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secure login and registration for users.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password hashing with SHA-256 and duplicate check.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only authenticated users access the application.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>
            <a:spLocks noGrp="1"/>
          </p:cNvSpPr>
          <p:nvPr>
            <p:ph type="title"/>
          </p:nvPr>
        </p:nvSpPr>
        <p:spPr>
          <a:xfrm>
            <a:off x="510209" y="263500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  <a:buSzPts val="3000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MODULE 2 – DATABASE INITIALIZATION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900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Initializes and connects to the MySQL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expense_tracker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users and expenses tables with required relationships.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connection failures and ensures backend readiness.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MODULE 3 – EXPENSE TRACKING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900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add, edit, and manage expense records.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entry of amount, category, date, and time.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 personalized interface after login.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MODULE 4 – DATA VISUALIZATION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900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matplotlib to display expenses as graphs or charts.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category-wise and month-wise spending patterns.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make better budgeting decisions through visuals.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0B45F92B-358B-8C73-0020-57EBB064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>
            <a:extLst>
              <a:ext uri="{FF2B5EF4-FFF2-40B4-BE49-F238E27FC236}">
                <a16:creationId xmlns:a16="http://schemas.microsoft.com/office/drawing/2014/main" id="{ED7A121B-985A-B124-EE80-38884D0970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MODULE 5 – PDF GENERATION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>
            <a:extLst>
              <a:ext uri="{FF2B5EF4-FFF2-40B4-BE49-F238E27FC236}">
                <a16:creationId xmlns:a16="http://schemas.microsoft.com/office/drawing/2014/main" id="{8645F326-1936-FAD5-CFB9-20474031A1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9E338498-CFF0-5107-8C93-626ABD2341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>
            <a:extLst>
              <a:ext uri="{FF2B5EF4-FFF2-40B4-BE49-F238E27FC236}">
                <a16:creationId xmlns:a16="http://schemas.microsoft.com/office/drawing/2014/main" id="{D24FBB91-84A3-AE15-7ECD-0238E2ACD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3900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Exports user expenses into professionally styled PDF reports.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reportlab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formatting tables and headings.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saving files with optional charts or images.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C06D15B-6AEE-E2B9-2BB0-A029AACFC5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  <p:extLst>
      <p:ext uri="{BB962C8B-B14F-4D97-AF65-F5344CB8AC3E}">
        <p14:creationId xmlns:p14="http://schemas.microsoft.com/office/powerpoint/2010/main" val="3321011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6E365170-B7DB-C037-0D4F-768C7A7DF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>
            <a:extLst>
              <a:ext uri="{FF2B5EF4-FFF2-40B4-BE49-F238E27FC236}">
                <a16:creationId xmlns:a16="http://schemas.microsoft.com/office/drawing/2014/main" id="{924AC7AA-3110-041C-CE4D-774B3436E1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MODULE 6 – FILTER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>
            <a:extLst>
              <a:ext uri="{FF2B5EF4-FFF2-40B4-BE49-F238E27FC236}">
                <a16:creationId xmlns:a16="http://schemas.microsoft.com/office/drawing/2014/main" id="{EDD435BE-9B66-CACD-FDD4-E1D0524E0A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0FC8B3B0-662E-DEF1-16BF-8972195F91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>
            <a:extLst>
              <a:ext uri="{FF2B5EF4-FFF2-40B4-BE49-F238E27FC236}">
                <a16:creationId xmlns:a16="http://schemas.microsoft.com/office/drawing/2014/main" id="{3BCAD71C-3F38-E4FC-C0F6-B6D317C455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3900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expenses by category, date range, or amount range.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precise record lookup and spending analysis.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user experience through targeted viewing.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34204C1-6624-80B2-E354-808F54E09C0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  <p:extLst>
      <p:ext uri="{BB962C8B-B14F-4D97-AF65-F5344CB8AC3E}">
        <p14:creationId xmlns:p14="http://schemas.microsoft.com/office/powerpoint/2010/main" val="2705884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D9F8A1B5-405A-9EDA-4BA8-49D3DCBB5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>
            <a:extLst>
              <a:ext uri="{FF2B5EF4-FFF2-40B4-BE49-F238E27FC236}">
                <a16:creationId xmlns:a16="http://schemas.microsoft.com/office/drawing/2014/main" id="{2082F9E0-9316-7CC4-B20D-33801DD5CE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MODULE 7 – SUGGESTIONS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>
            <a:extLst>
              <a:ext uri="{FF2B5EF4-FFF2-40B4-BE49-F238E27FC236}">
                <a16:creationId xmlns:a16="http://schemas.microsoft.com/office/drawing/2014/main" id="{5390EF0C-8CA3-E221-2E7E-0611965598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45723B9F-40BA-748F-656F-4D7349DEC4C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>
            <a:extLst>
              <a:ext uri="{FF2B5EF4-FFF2-40B4-BE49-F238E27FC236}">
                <a16:creationId xmlns:a16="http://schemas.microsoft.com/office/drawing/2014/main" id="{8C49A39B-3BA3-A784-27ED-61858AB63C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3900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budgeting tips based on spending behavior.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overspending in categories and alerts the user.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mindful and responsible financial habits.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F343BE7-ADC5-49B1-1725-64D737E9D6E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  <p:extLst>
      <p:ext uri="{BB962C8B-B14F-4D97-AF65-F5344CB8AC3E}">
        <p14:creationId xmlns:p14="http://schemas.microsoft.com/office/powerpoint/2010/main" val="2620886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B2CEAB5E-E34F-5058-E1FC-F92DA5BB2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>
            <a:extLst>
              <a:ext uri="{FF2B5EF4-FFF2-40B4-BE49-F238E27FC236}">
                <a16:creationId xmlns:a16="http://schemas.microsoft.com/office/drawing/2014/main" id="{95625242-C6A4-A6CB-F39C-DA1CDC4F9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MODULE 8 – DELETE SELECTED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>
            <a:extLst>
              <a:ext uri="{FF2B5EF4-FFF2-40B4-BE49-F238E27FC236}">
                <a16:creationId xmlns:a16="http://schemas.microsoft.com/office/drawing/2014/main" id="{B190BE85-485E-2E7A-28C9-DAF34207F8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BCE8016E-1F30-96A0-5D0C-9E55F73710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>
            <a:extLst>
              <a:ext uri="{FF2B5EF4-FFF2-40B4-BE49-F238E27FC236}">
                <a16:creationId xmlns:a16="http://schemas.microsoft.com/office/drawing/2014/main" id="{39AF8B9C-6199-5E7D-A7DC-BF6AB77837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3900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Lets users delete selected expense records from the list.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both the UI and database upon deletion.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accidental deletions with confirmation messages.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331A3D2-1701-6453-F5F4-88CF11F278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  <p:extLst>
      <p:ext uri="{BB962C8B-B14F-4D97-AF65-F5344CB8AC3E}">
        <p14:creationId xmlns:p14="http://schemas.microsoft.com/office/powerpoint/2010/main" val="2295453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27988EA5-2FAE-70F0-D29A-F22B09710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>
            <a:extLst>
              <a:ext uri="{FF2B5EF4-FFF2-40B4-BE49-F238E27FC236}">
                <a16:creationId xmlns:a16="http://schemas.microsoft.com/office/drawing/2014/main" id="{FE2AB5DA-1063-4E74-9851-67E3FBE10F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OUTPUT SCREENSHOTS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>
            <a:extLst>
              <a:ext uri="{FF2B5EF4-FFF2-40B4-BE49-F238E27FC236}">
                <a16:creationId xmlns:a16="http://schemas.microsoft.com/office/drawing/2014/main" id="{914878B9-C9DA-EF0E-4E6B-7BE991B6C7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AAD60383-DEE6-9D4A-12E1-967F05A870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2EEC74-8D5E-8537-8A64-F6A5A57D65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CFD5E9-0648-2202-9FE4-4DBE1D37D53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" t="2115" r="2481" b="2115"/>
          <a:stretch/>
        </p:blipFill>
        <p:spPr bwMode="auto">
          <a:xfrm>
            <a:off x="831850" y="1901464"/>
            <a:ext cx="4838700" cy="36804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89AFF2-008F-B014-F5C1-B54FE51ED5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13" y="1885589"/>
            <a:ext cx="4953000" cy="371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704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5B16F9D3-563C-82CB-75BE-5A48B8A9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>
            <a:extLst>
              <a:ext uri="{FF2B5EF4-FFF2-40B4-BE49-F238E27FC236}">
                <a16:creationId xmlns:a16="http://schemas.microsoft.com/office/drawing/2014/main" id="{388F1899-01DB-B3EC-E413-AEC4731442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CONCLUSION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>
            <a:extLst>
              <a:ext uri="{FF2B5EF4-FFF2-40B4-BE49-F238E27FC236}">
                <a16:creationId xmlns:a16="http://schemas.microsoft.com/office/drawing/2014/main" id="{64FDFF87-D492-1C15-7033-77657D0B84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039419F0-0CDA-C7FF-206C-C1055813EB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>
            <a:extLst>
              <a:ext uri="{FF2B5EF4-FFF2-40B4-BE49-F238E27FC236}">
                <a16:creationId xmlns:a16="http://schemas.microsoft.com/office/drawing/2014/main" id="{ACC6DB06-ACFB-1AC4-965A-937603970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3813" y="1445335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&amp; Efficient: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encrypted authentication and robust database management for safe, organized financial tracking.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&amp; Insightful: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interface with filtering, categorization, and budget reports to support informed financial decisions.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Design: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 enables easy updates, maintenance, and integration of future features.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BE423E-B9D5-D06E-44C4-7E0DF4A13C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  <p:extLst>
      <p:ext uri="{BB962C8B-B14F-4D97-AF65-F5344CB8AC3E}">
        <p14:creationId xmlns:p14="http://schemas.microsoft.com/office/powerpoint/2010/main" val="203424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F9F8567F-754D-61A6-D27B-C152AE1A6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>
            <a:extLst>
              <a:ext uri="{FF2B5EF4-FFF2-40B4-BE49-F238E27FC236}">
                <a16:creationId xmlns:a16="http://schemas.microsoft.com/office/drawing/2014/main" id="{CC71BD7B-E77D-77AD-CDF5-187CC0D080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FUTURE SCOPE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>
            <a:extLst>
              <a:ext uri="{FF2B5EF4-FFF2-40B4-BE49-F238E27FC236}">
                <a16:creationId xmlns:a16="http://schemas.microsoft.com/office/drawing/2014/main" id="{A9A49D4E-22EE-0598-B47A-0306BD758A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4D0C9474-0EF9-1A96-29D3-90AB0888EDE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>
            <a:extLst>
              <a:ext uri="{FF2B5EF4-FFF2-40B4-BE49-F238E27FC236}">
                <a16:creationId xmlns:a16="http://schemas.microsoft.com/office/drawing/2014/main" id="{38AD5D5E-4A97-02CF-8740-80812FBBAE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4150" y="1514475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Insights: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machine learning for spending predictions and personalized budgeting advice.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Connectivity: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multi-currency support, bank sync, and real-time updates for global usability.</a:t>
            </a: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&amp; Collaborative: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mobile apps with alerts and shared expense tracking for greater accessibility and group use.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0F8EBAB-D476-A924-71FA-A71ECF0CF7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  <p:extLst>
      <p:ext uri="{BB962C8B-B14F-4D97-AF65-F5344CB8AC3E}">
        <p14:creationId xmlns:p14="http://schemas.microsoft.com/office/powerpoint/2010/main" val="2948049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E980C633-2923-EEA1-F82A-72A4EC797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>
            <a:extLst>
              <a:ext uri="{FF2B5EF4-FFF2-40B4-BE49-F238E27FC236}">
                <a16:creationId xmlns:a16="http://schemas.microsoft.com/office/drawing/2014/main" id="{2942C21B-ECD2-A505-E0DC-15753A6502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REFERENCES</a:t>
            </a:r>
            <a:endParaRPr sz="30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8" name="Google Shape;248;p37">
            <a:extLst>
              <a:ext uri="{FF2B5EF4-FFF2-40B4-BE49-F238E27FC236}">
                <a16:creationId xmlns:a16="http://schemas.microsoft.com/office/drawing/2014/main" id="{801B4DD1-DDE7-D812-B0AA-79997C1F37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B18AC7A2-5B63-DF98-1412-77C19AFB122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>
            <a:extLst>
              <a:ext uri="{FF2B5EF4-FFF2-40B4-BE49-F238E27FC236}">
                <a16:creationId xmlns:a16="http://schemas.microsoft.com/office/drawing/2014/main" id="{DA5316CC-95E2-8161-8A5E-EDD1C6CDD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3813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Lutz. Learning Python, 5th Edition. O'Reilly Media, 2013.</a:t>
            </a:r>
          </a:p>
          <a:p>
            <a:pPr indent="-457200" algn="just">
              <a:lnSpc>
                <a:spcPct val="2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Michael Driscoll. Python 101,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Leanpub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</a:p>
          <a:p>
            <a:pPr indent="-457200" algn="just">
              <a:lnSpc>
                <a:spcPct val="2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PyQt5 Tutorial - https://www.riverbankcomputing.com/static/Docs/PyQt5/</a:t>
            </a:r>
          </a:p>
          <a:p>
            <a:pPr indent="-457200" algn="just">
              <a:lnSpc>
                <a:spcPct val="2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Developer Documentation - https://dev.mysql.com/doc/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33627C8-D796-0EBE-CB97-E00F59C317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  <p:extLst>
      <p:ext uri="{BB962C8B-B14F-4D97-AF65-F5344CB8AC3E}">
        <p14:creationId xmlns:p14="http://schemas.microsoft.com/office/powerpoint/2010/main" val="2478847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B62188-73E3-154B-75D2-499EA9EF2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2/6/2025</a:t>
            </a:r>
          </a:p>
        </p:txBody>
      </p:sp>
    </p:spTree>
    <p:extLst>
      <p:ext uri="{BB962C8B-B14F-4D97-AF65-F5344CB8AC3E}">
        <p14:creationId xmlns:p14="http://schemas.microsoft.com/office/powerpoint/2010/main" val="1134382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726</Words>
  <Application>Microsoft Office PowerPoint</Application>
  <PresentationFormat>Widescreen</PresentationFormat>
  <Paragraphs>138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Times New Roman</vt:lpstr>
      <vt:lpstr>Wingdings</vt:lpstr>
      <vt:lpstr>Arial</vt:lpstr>
      <vt:lpstr>Calibri</vt:lpstr>
      <vt:lpstr>Office Theme</vt:lpstr>
      <vt:lpstr>1_Office Theme</vt:lpstr>
      <vt:lpstr>PowerPoint Presentation</vt:lpstr>
      <vt:lpstr>PRESENTATION OVERVIEW</vt:lpstr>
      <vt:lpstr>PROJECT INTRODUCTION</vt:lpstr>
      <vt:lpstr>OBJECTIVE</vt:lpstr>
      <vt:lpstr>PROBLEM STATEMENT </vt:lpstr>
      <vt:lpstr>TECHNOLOGIES USED </vt:lpstr>
      <vt:lpstr>ER DIAGRAM </vt:lpstr>
      <vt:lpstr>MODULES USED</vt:lpstr>
      <vt:lpstr>MODULE 1 – AUTHENTICATION  </vt:lpstr>
      <vt:lpstr>MODULE 2 – DATABASE INITIALIZATION</vt:lpstr>
      <vt:lpstr>MODULE 3 – EXPENSE TRACKING</vt:lpstr>
      <vt:lpstr>MODULE 4 – DATA VISUALIZATION</vt:lpstr>
      <vt:lpstr>MODULE 5 – PDF GENERATION</vt:lpstr>
      <vt:lpstr>MODULE 6 – FILTER</vt:lpstr>
      <vt:lpstr>MODULE 7 – SUGGESTIONS</vt:lpstr>
      <vt:lpstr>MODULE 8 – DELETE SELECTED</vt:lpstr>
      <vt:lpstr>OUTPUT SCREENSHOTS</vt:lpstr>
      <vt:lpstr>CONCLUSION</vt:lpstr>
      <vt:lpstr>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EXAM</dc:creator>
  <cp:lastModifiedBy>USER</cp:lastModifiedBy>
  <cp:revision>23</cp:revision>
  <dcterms:modified xsi:type="dcterms:W3CDTF">2025-07-02T15:04:18Z</dcterms:modified>
</cp:coreProperties>
</file>