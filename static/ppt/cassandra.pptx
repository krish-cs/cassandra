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dt" idx="4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ftr" idx="4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sldNum" idx="4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626CCF-CFC7-49A6-8683-536737C8DAE6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Num" idx="50"/>
          </p:nvPr>
        </p:nvSpPr>
        <p:spPr>
          <a:xfrm>
            <a:off x="4398840" y="955512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93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93000"/>
              </a:lnSpc>
              <a:buNone/>
              <a:tabLst>
                <a:tab algn="l" pos="0"/>
              </a:tabLst>
            </a:pPr>
            <a:fld id="{2BAA748E-DEA2-437E-A16F-1B5308E2ACC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560" cy="37717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792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08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542F0C-A11D-45F5-9AFB-914EE8A3A17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B2305F-1A63-4B17-9791-E5DBA9BB622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16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4107960" y="-1893240"/>
            <a:ext cx="3974760" cy="1097100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439B6F-916B-442F-99D1-320FD790800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 rot="5400000">
            <a:off x="8222400" y="2221560"/>
            <a:ext cx="3974760" cy="274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 rot="5400000">
            <a:off x="2635560" y="-420840"/>
            <a:ext cx="3974760" cy="802620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58FEB9-D62D-4F87-8221-D58E9A914DC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EA8836-B7D5-49BD-BEC8-95E0B6E5212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16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880"/>
            <a:ext cx="1097100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D7EDAC-68FF-465E-AF55-227898A5ADC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5E5D53-B852-49CE-ABDA-2A2F4DE87DF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16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880"/>
            <a:ext cx="538236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195600" y="1604880"/>
            <a:ext cx="538452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65766E-D1C1-47EE-B723-481B8EB2AB7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0B2190-2077-4973-BA2A-9EF12FC115E8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16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151FA0-C7EB-46C8-B249-43AE8138264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2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2211EA-84B5-49DE-B9EA-B23F330D898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2;p1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0" rIns="0" tIns="6912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983FF9-8033-4BFF-9BBE-F375A9B6E5D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0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8E8F3C-1D47-4899-B6A2-DF9B49194B7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 rot="5400000">
            <a:off x="3833280" y="-1623240"/>
            <a:ext cx="4524120" cy="1097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2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D9458D-CE42-440F-A4C6-F163DE1715B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 rot="5400000">
            <a:off x="7284960" y="1828800"/>
            <a:ext cx="5849640" cy="274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 rot="5400000">
            <a:off x="1698120" y="-813600"/>
            <a:ext cx="5849640" cy="80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2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3AF218-53E9-4FF3-BA31-957727A8BD8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1E51BD-2DA8-4A1A-B0E1-C47972CCDB0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3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16109E-DEE9-4B90-B666-AAD04228DDDA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236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195600" y="1600200"/>
            <a:ext cx="538452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3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3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539D8C-809C-44C0-A4F1-D29B93D20075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dt" idx="3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04CC58-5B02-4F28-8460-D45C63C9D6F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dt" idx="3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90D0A1-3240-48AA-809C-8E5DA7CFBFE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dt" idx="4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6191EC-BCBA-4F48-AC37-C3DC261F880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4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sldNum" idx="4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59B961-745C-4080-A274-3392BF4561A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81;p14"/>
          <p:cNvSpPr/>
          <p:nvPr/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4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sldNum" idx="4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142E6F-5786-480C-838F-5638418E18EA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47;p26"/>
          <p:cNvSpPr/>
          <p:nvPr/>
        </p:nvSpPr>
        <p:spPr>
          <a:xfrm>
            <a:off x="1679400" y="-1684440"/>
            <a:ext cx="3543120" cy="35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3000"/>
              </a:lnSpc>
              <a:tabLst>
                <a:tab algn="l" pos="0"/>
              </a:tabLst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Application>LibreOffice/25.2.2.2$Linux_X86_64 LibreOffice_project/520$Build-2</Application>
  <AppVersion>15.0000</AppVersion>
  <Words>83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EXAM</dc:creator>
  <dc:description/>
  <dc:language>en-IN</dc:language>
  <cp:lastModifiedBy/>
  <dcterms:modified xsi:type="dcterms:W3CDTF">2026-01-16T11:33:44Z</dcterms:modified>
  <cp:revision>25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3</vt:i4>
  </property>
</Properties>
</file>